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84" r:id="rId1"/>
  </p:sldMasterIdLst>
  <p:notesMasterIdLst>
    <p:notesMasterId r:id="rId25"/>
  </p:notesMasterIdLst>
  <p:sldIdLst>
    <p:sldId id="273" r:id="rId2"/>
    <p:sldId id="271" r:id="rId3"/>
    <p:sldId id="272" r:id="rId4"/>
    <p:sldId id="274" r:id="rId5"/>
    <p:sldId id="275" r:id="rId6"/>
    <p:sldId id="276" r:id="rId7"/>
    <p:sldId id="258" r:id="rId8"/>
    <p:sldId id="264" r:id="rId9"/>
    <p:sldId id="265" r:id="rId10"/>
    <p:sldId id="266" r:id="rId11"/>
    <p:sldId id="267" r:id="rId12"/>
    <p:sldId id="268" r:id="rId13"/>
    <p:sldId id="269" r:id="rId14"/>
    <p:sldId id="270" r:id="rId15"/>
    <p:sldId id="292" r:id="rId16"/>
    <p:sldId id="291" r:id="rId17"/>
    <p:sldId id="287" r:id="rId18"/>
    <p:sldId id="279" r:id="rId19"/>
    <p:sldId id="282" r:id="rId20"/>
    <p:sldId id="281" r:id="rId21"/>
    <p:sldId id="283" r:id="rId22"/>
    <p:sldId id="284" r:id="rId23"/>
    <p:sldId id="28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EAC86B-9D86-48CF-8A0A-F9000FB36D6C}" v="726" dt="2025-02-03T23:38:34.232"/>
    <p1510:client id="{FD0145FE-1B7C-415D-B7B8-C3586BF3D1FC}" v="1112" dt="2025-02-03T22:53:10.3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מגד סלאמה" userId="767647d0-5626-4b0b-8a90-e222c7acaf05" providerId="ADAL" clId="{FD0145FE-1B7C-415D-B7B8-C3586BF3D1FC}"/>
    <pc:docChg chg="undo redo custSel addSld delSld modSld sldOrd">
      <pc:chgData name="מגד סלאמה" userId="767647d0-5626-4b0b-8a90-e222c7acaf05" providerId="ADAL" clId="{FD0145FE-1B7C-415D-B7B8-C3586BF3D1FC}" dt="2025-02-03T22:53:10.389" v="1892"/>
      <pc:docMkLst>
        <pc:docMk/>
      </pc:docMkLst>
      <pc:sldChg chg="modSp del">
        <pc:chgData name="מגד סלאמה" userId="767647d0-5626-4b0b-8a90-e222c7acaf05" providerId="ADAL" clId="{FD0145FE-1B7C-415D-B7B8-C3586BF3D1FC}" dt="2025-02-02T21:26:22.685" v="632" actId="47"/>
        <pc:sldMkLst>
          <pc:docMk/>
          <pc:sldMk cId="7251100" sldId="256"/>
        </pc:sldMkLst>
        <pc:spChg chg="mod">
          <ac:chgData name="מגד סלאמה" userId="767647d0-5626-4b0b-8a90-e222c7acaf05" providerId="ADAL" clId="{FD0145FE-1B7C-415D-B7B8-C3586BF3D1FC}" dt="2025-02-02T19:52:37.864" v="158"/>
          <ac:spMkLst>
            <pc:docMk/>
            <pc:sldMk cId="7251100" sldId="256"/>
            <ac:spMk id="2" creationId="{CF7B1CF9-D510-6911-263F-C52492F82436}"/>
          </ac:spMkLst>
        </pc:spChg>
        <pc:spChg chg="mod">
          <ac:chgData name="מגד סלאמה" userId="767647d0-5626-4b0b-8a90-e222c7acaf05" providerId="ADAL" clId="{FD0145FE-1B7C-415D-B7B8-C3586BF3D1FC}" dt="2025-02-02T19:52:37.864" v="158"/>
          <ac:spMkLst>
            <pc:docMk/>
            <pc:sldMk cId="7251100" sldId="256"/>
            <ac:spMk id="3" creationId="{8C04394D-723C-9739-779E-73C6929802F5}"/>
          </ac:spMkLst>
        </pc:spChg>
      </pc:sldChg>
      <pc:sldChg chg="modSp del">
        <pc:chgData name="מגד סלאמה" userId="767647d0-5626-4b0b-8a90-e222c7acaf05" providerId="ADAL" clId="{FD0145FE-1B7C-415D-B7B8-C3586BF3D1FC}" dt="2025-02-02T21:26:25.609" v="633" actId="47"/>
        <pc:sldMkLst>
          <pc:docMk/>
          <pc:sldMk cId="3255566685" sldId="257"/>
        </pc:sldMkLst>
        <pc:spChg chg="mod">
          <ac:chgData name="מגד סלאמה" userId="767647d0-5626-4b0b-8a90-e222c7acaf05" providerId="ADAL" clId="{FD0145FE-1B7C-415D-B7B8-C3586BF3D1FC}" dt="2025-02-02T19:52:37.864" v="158"/>
          <ac:spMkLst>
            <pc:docMk/>
            <pc:sldMk cId="3255566685" sldId="257"/>
            <ac:spMk id="2" creationId="{5BC6EA45-E3E6-7FCA-B124-7B30061B4B9F}"/>
          </ac:spMkLst>
        </pc:spChg>
        <pc:spChg chg="mod">
          <ac:chgData name="מגד סלאמה" userId="767647d0-5626-4b0b-8a90-e222c7acaf05" providerId="ADAL" clId="{FD0145FE-1B7C-415D-B7B8-C3586BF3D1FC}" dt="2025-02-02T19:52:37.864" v="158"/>
          <ac:spMkLst>
            <pc:docMk/>
            <pc:sldMk cId="3255566685" sldId="257"/>
            <ac:spMk id="3" creationId="{66B2FBDE-86B5-3952-6DA6-EE840374C9E5}"/>
          </ac:spMkLst>
        </pc:spChg>
      </pc:sldChg>
      <pc:sldChg chg="addSp delSp modSp mod modTransition">
        <pc:chgData name="מגד סלאמה" userId="767647d0-5626-4b0b-8a90-e222c7acaf05" providerId="ADAL" clId="{FD0145FE-1B7C-415D-B7B8-C3586BF3D1FC}" dt="2025-02-03T14:24:35.226" v="976"/>
        <pc:sldMkLst>
          <pc:docMk/>
          <pc:sldMk cId="1522257192" sldId="258"/>
        </pc:sldMkLst>
        <pc:picChg chg="add del mod">
          <ac:chgData name="מגד סלאמה" userId="767647d0-5626-4b0b-8a90-e222c7acaf05" providerId="ADAL" clId="{FD0145FE-1B7C-415D-B7B8-C3586BF3D1FC}" dt="2025-02-03T14:24:35.226" v="976"/>
          <ac:picMkLst>
            <pc:docMk/>
            <pc:sldMk cId="1522257192" sldId="258"/>
            <ac:picMk id="9" creationId="{3619EF45-0AF9-8D2D-BD8B-74A5A9F6D94E}"/>
          </ac:picMkLst>
        </pc:picChg>
      </pc:sldChg>
      <pc:sldChg chg="addSp delSp modSp mod modTransition">
        <pc:chgData name="מגד סלאמה" userId="767647d0-5626-4b0b-8a90-e222c7acaf05" providerId="ADAL" clId="{FD0145FE-1B7C-415D-B7B8-C3586BF3D1FC}" dt="2025-02-03T14:24:35.226" v="976"/>
        <pc:sldMkLst>
          <pc:docMk/>
          <pc:sldMk cId="1876776276" sldId="264"/>
        </pc:sldMkLst>
        <pc:spChg chg="mod">
          <ac:chgData name="מגד סלאמה" userId="767647d0-5626-4b0b-8a90-e222c7acaf05" providerId="ADAL" clId="{FD0145FE-1B7C-415D-B7B8-C3586BF3D1FC}" dt="2025-02-03T14:21:49.197" v="944" actId="12"/>
          <ac:spMkLst>
            <pc:docMk/>
            <pc:sldMk cId="1876776276" sldId="264"/>
            <ac:spMk id="38" creationId="{38C20E96-ACB4-A893-4127-B283A97B9FE7}"/>
          </ac:spMkLst>
        </pc:spChg>
        <pc:picChg chg="add del mod">
          <ac:chgData name="מגד סלאמה" userId="767647d0-5626-4b0b-8a90-e222c7acaf05" providerId="ADAL" clId="{FD0145FE-1B7C-415D-B7B8-C3586BF3D1FC}" dt="2025-02-03T14:24:35.226" v="976"/>
          <ac:picMkLst>
            <pc:docMk/>
            <pc:sldMk cId="1876776276" sldId="264"/>
            <ac:picMk id="9" creationId="{205CB288-4410-752F-3BFE-F10DA3460531}"/>
          </ac:picMkLst>
        </pc:picChg>
      </pc:sldChg>
      <pc:sldChg chg="addSp delSp modSp mod modTransition">
        <pc:chgData name="מגד סלאמה" userId="767647d0-5626-4b0b-8a90-e222c7acaf05" providerId="ADAL" clId="{FD0145FE-1B7C-415D-B7B8-C3586BF3D1FC}" dt="2025-02-03T14:24:35.226" v="976"/>
        <pc:sldMkLst>
          <pc:docMk/>
          <pc:sldMk cId="3968918835" sldId="265"/>
        </pc:sldMkLst>
        <pc:spChg chg="mod">
          <ac:chgData name="מגד סלאמה" userId="767647d0-5626-4b0b-8a90-e222c7acaf05" providerId="ADAL" clId="{FD0145FE-1B7C-415D-B7B8-C3586BF3D1FC}" dt="2025-02-03T14:11:05.836" v="845" actId="20577"/>
          <ac:spMkLst>
            <pc:docMk/>
            <pc:sldMk cId="3968918835" sldId="265"/>
            <ac:spMk id="38" creationId="{645D35F6-3647-4EBD-46D9-2F83F6BEBDAB}"/>
          </ac:spMkLst>
        </pc:spChg>
        <pc:picChg chg="add del mod">
          <ac:chgData name="מגד סלאמה" userId="767647d0-5626-4b0b-8a90-e222c7acaf05" providerId="ADAL" clId="{FD0145FE-1B7C-415D-B7B8-C3586BF3D1FC}" dt="2025-02-03T14:24:35.226" v="976"/>
          <ac:picMkLst>
            <pc:docMk/>
            <pc:sldMk cId="3968918835" sldId="265"/>
            <ac:picMk id="14" creationId="{01EC55AC-EE3D-C956-6BB3-0C63B69731EA}"/>
          </ac:picMkLst>
        </pc:picChg>
      </pc:sldChg>
      <pc:sldChg chg="addSp delSp modSp mod modTransition">
        <pc:chgData name="מגד סלאמה" userId="767647d0-5626-4b0b-8a90-e222c7acaf05" providerId="ADAL" clId="{FD0145FE-1B7C-415D-B7B8-C3586BF3D1FC}" dt="2025-02-03T14:24:35.226" v="976"/>
        <pc:sldMkLst>
          <pc:docMk/>
          <pc:sldMk cId="2598865893" sldId="266"/>
        </pc:sldMkLst>
        <pc:spChg chg="mod">
          <ac:chgData name="מגד סלאמה" userId="767647d0-5626-4b0b-8a90-e222c7acaf05" providerId="ADAL" clId="{FD0145FE-1B7C-415D-B7B8-C3586BF3D1FC}" dt="2025-02-03T14:10:49.480" v="835" actId="12"/>
          <ac:spMkLst>
            <pc:docMk/>
            <pc:sldMk cId="2598865893" sldId="266"/>
            <ac:spMk id="38" creationId="{12BCAEFD-30F6-DA17-5736-8B7C5CC27121}"/>
          </ac:spMkLst>
        </pc:spChg>
        <pc:picChg chg="add del mod">
          <ac:chgData name="מגד סלאמה" userId="767647d0-5626-4b0b-8a90-e222c7acaf05" providerId="ADAL" clId="{FD0145FE-1B7C-415D-B7B8-C3586BF3D1FC}" dt="2025-02-03T14:24:35.226" v="976"/>
          <ac:picMkLst>
            <pc:docMk/>
            <pc:sldMk cId="2598865893" sldId="266"/>
            <ac:picMk id="16" creationId="{57C7656D-66B6-CD9E-609D-B5F81B875D07}"/>
          </ac:picMkLst>
        </pc:picChg>
      </pc:sldChg>
      <pc:sldChg chg="addSp delSp modSp mod modTransition">
        <pc:chgData name="מגד סלאמה" userId="767647d0-5626-4b0b-8a90-e222c7acaf05" providerId="ADAL" clId="{FD0145FE-1B7C-415D-B7B8-C3586BF3D1FC}" dt="2025-02-03T14:24:35.226" v="976"/>
        <pc:sldMkLst>
          <pc:docMk/>
          <pc:sldMk cId="1857319085" sldId="267"/>
        </pc:sldMkLst>
        <pc:spChg chg="mod">
          <ac:chgData name="מגד סלאמה" userId="767647d0-5626-4b0b-8a90-e222c7acaf05" providerId="ADAL" clId="{FD0145FE-1B7C-415D-B7B8-C3586BF3D1FC}" dt="2025-02-03T14:11:09.351" v="847" actId="20577"/>
          <ac:spMkLst>
            <pc:docMk/>
            <pc:sldMk cId="1857319085" sldId="267"/>
            <ac:spMk id="38" creationId="{52E4E612-5031-4ECC-4926-902E4580491C}"/>
          </ac:spMkLst>
        </pc:spChg>
        <pc:picChg chg="add del mod">
          <ac:chgData name="מגד סלאמה" userId="767647d0-5626-4b0b-8a90-e222c7acaf05" providerId="ADAL" clId="{FD0145FE-1B7C-415D-B7B8-C3586BF3D1FC}" dt="2025-02-03T14:24:35.226" v="976"/>
          <ac:picMkLst>
            <pc:docMk/>
            <pc:sldMk cId="1857319085" sldId="267"/>
            <ac:picMk id="16" creationId="{EAD161C9-D589-FA26-5909-CA06C0A8F4D1}"/>
          </ac:picMkLst>
        </pc:picChg>
      </pc:sldChg>
      <pc:sldChg chg="addSp delSp modSp mod modTransition">
        <pc:chgData name="מגד סלאמה" userId="767647d0-5626-4b0b-8a90-e222c7acaf05" providerId="ADAL" clId="{FD0145FE-1B7C-415D-B7B8-C3586BF3D1FC}" dt="2025-02-03T14:24:35.226" v="976"/>
        <pc:sldMkLst>
          <pc:docMk/>
          <pc:sldMk cId="691929386" sldId="268"/>
        </pc:sldMkLst>
        <pc:spChg chg="mod">
          <ac:chgData name="מגד סלאמה" userId="767647d0-5626-4b0b-8a90-e222c7acaf05" providerId="ADAL" clId="{FD0145FE-1B7C-415D-B7B8-C3586BF3D1FC}" dt="2025-02-03T14:11:12.249" v="848" actId="20577"/>
          <ac:spMkLst>
            <pc:docMk/>
            <pc:sldMk cId="691929386" sldId="268"/>
            <ac:spMk id="38" creationId="{A355A3AB-7683-6916-80B9-2BA52419C6B5}"/>
          </ac:spMkLst>
        </pc:spChg>
        <pc:picChg chg="add del mod">
          <ac:chgData name="מגד סלאמה" userId="767647d0-5626-4b0b-8a90-e222c7acaf05" providerId="ADAL" clId="{FD0145FE-1B7C-415D-B7B8-C3586BF3D1FC}" dt="2025-02-03T14:24:35.226" v="976"/>
          <ac:picMkLst>
            <pc:docMk/>
            <pc:sldMk cId="691929386" sldId="268"/>
            <ac:picMk id="20" creationId="{33ED8055-D2CF-B343-BCDA-92EE3268501F}"/>
          </ac:picMkLst>
        </pc:picChg>
      </pc:sldChg>
      <pc:sldChg chg="addSp delSp modSp mod modTransition">
        <pc:chgData name="מגד סלאמה" userId="767647d0-5626-4b0b-8a90-e222c7acaf05" providerId="ADAL" clId="{FD0145FE-1B7C-415D-B7B8-C3586BF3D1FC}" dt="2025-02-03T14:24:35.226" v="976"/>
        <pc:sldMkLst>
          <pc:docMk/>
          <pc:sldMk cId="3395833615" sldId="269"/>
        </pc:sldMkLst>
        <pc:spChg chg="mod">
          <ac:chgData name="מגד סלאמה" userId="767647d0-5626-4b0b-8a90-e222c7acaf05" providerId="ADAL" clId="{FD0145FE-1B7C-415D-B7B8-C3586BF3D1FC}" dt="2025-02-03T14:11:15.798" v="849" actId="20577"/>
          <ac:spMkLst>
            <pc:docMk/>
            <pc:sldMk cId="3395833615" sldId="269"/>
            <ac:spMk id="38" creationId="{BD14DF4E-5AA7-77AB-1833-86E35FA3BDBA}"/>
          </ac:spMkLst>
        </pc:spChg>
        <pc:picChg chg="add del mod">
          <ac:chgData name="מגד סלאמה" userId="767647d0-5626-4b0b-8a90-e222c7acaf05" providerId="ADAL" clId="{FD0145FE-1B7C-415D-B7B8-C3586BF3D1FC}" dt="2025-02-03T14:24:35.226" v="976"/>
          <ac:picMkLst>
            <pc:docMk/>
            <pc:sldMk cId="3395833615" sldId="269"/>
            <ac:picMk id="20" creationId="{D9A6F0BE-4FAC-E294-CA46-C6C29F003C00}"/>
          </ac:picMkLst>
        </pc:picChg>
      </pc:sldChg>
      <pc:sldChg chg="addSp delSp modSp mod modTransition">
        <pc:chgData name="מגד סלאמה" userId="767647d0-5626-4b0b-8a90-e222c7acaf05" providerId="ADAL" clId="{FD0145FE-1B7C-415D-B7B8-C3586BF3D1FC}" dt="2025-02-03T14:24:35.226" v="976"/>
        <pc:sldMkLst>
          <pc:docMk/>
          <pc:sldMk cId="3674763097" sldId="270"/>
        </pc:sldMkLst>
        <pc:picChg chg="add del mod">
          <ac:chgData name="מגד סלאמה" userId="767647d0-5626-4b0b-8a90-e222c7acaf05" providerId="ADAL" clId="{FD0145FE-1B7C-415D-B7B8-C3586BF3D1FC}" dt="2025-02-03T14:24:35.226" v="976"/>
          <ac:picMkLst>
            <pc:docMk/>
            <pc:sldMk cId="3674763097" sldId="270"/>
            <ac:picMk id="23" creationId="{AEC829EF-8522-FE63-8375-53E0DB03462D}"/>
          </ac:picMkLst>
        </pc:picChg>
      </pc:sldChg>
      <pc:sldChg chg="addSp delSp modSp new mod ord modTransition modNotesTx">
        <pc:chgData name="מגד סלאמה" userId="767647d0-5626-4b0b-8a90-e222c7acaf05" providerId="ADAL" clId="{FD0145FE-1B7C-415D-B7B8-C3586BF3D1FC}" dt="2025-02-03T14:24:35.226" v="976"/>
        <pc:sldMkLst>
          <pc:docMk/>
          <pc:sldMk cId="2784076983" sldId="271"/>
        </pc:sldMkLst>
        <pc:spChg chg="mod">
          <ac:chgData name="מגד סלאמה" userId="767647d0-5626-4b0b-8a90-e222c7acaf05" providerId="ADAL" clId="{FD0145FE-1B7C-415D-B7B8-C3586BF3D1FC}" dt="2025-02-02T19:59:11.586" v="200" actId="1076"/>
          <ac:spMkLst>
            <pc:docMk/>
            <pc:sldMk cId="2784076983" sldId="271"/>
            <ac:spMk id="2" creationId="{46939648-BC46-D84E-C526-E05AC532C2B2}"/>
          </ac:spMkLst>
        </pc:spChg>
        <pc:spChg chg="add del mod">
          <ac:chgData name="מגד סלאמה" userId="767647d0-5626-4b0b-8a90-e222c7acaf05" providerId="ADAL" clId="{FD0145FE-1B7C-415D-B7B8-C3586BF3D1FC}" dt="2025-02-02T20:00:19.654" v="209" actId="26606"/>
          <ac:spMkLst>
            <pc:docMk/>
            <pc:sldMk cId="2784076983" sldId="271"/>
            <ac:spMk id="3" creationId="{CA7C39B4-7A72-88E7-2D64-4557081304AE}"/>
          </ac:spMkLst>
        </pc:spChg>
        <pc:graphicFrameChg chg="add del">
          <ac:chgData name="מגד סלאמה" userId="767647d0-5626-4b0b-8a90-e222c7acaf05" providerId="ADAL" clId="{FD0145FE-1B7C-415D-B7B8-C3586BF3D1FC}" dt="2025-02-02T20:00:03.855" v="206" actId="26606"/>
          <ac:graphicFrameMkLst>
            <pc:docMk/>
            <pc:sldMk cId="2784076983" sldId="271"/>
            <ac:graphicFrameMk id="5" creationId="{EB3756FB-107D-6C30-F23F-8EFE0EAFD7E9}"/>
          </ac:graphicFrameMkLst>
        </pc:graphicFrameChg>
        <pc:graphicFrameChg chg="add del">
          <ac:chgData name="מגד סלאמה" userId="767647d0-5626-4b0b-8a90-e222c7acaf05" providerId="ADAL" clId="{FD0145FE-1B7C-415D-B7B8-C3586BF3D1FC}" dt="2025-02-02T20:00:19.624" v="208" actId="26606"/>
          <ac:graphicFrameMkLst>
            <pc:docMk/>
            <pc:sldMk cId="2784076983" sldId="271"/>
            <ac:graphicFrameMk id="7" creationId="{FEDE3E7C-6033-F940-39F1-665D93140911}"/>
          </ac:graphicFrameMkLst>
        </pc:graphicFrameChg>
        <pc:graphicFrameChg chg="add">
          <ac:chgData name="מגד סלאמה" userId="767647d0-5626-4b0b-8a90-e222c7acaf05" providerId="ADAL" clId="{FD0145FE-1B7C-415D-B7B8-C3586BF3D1FC}" dt="2025-02-02T20:00:19.654" v="209" actId="26606"/>
          <ac:graphicFrameMkLst>
            <pc:docMk/>
            <pc:sldMk cId="2784076983" sldId="271"/>
            <ac:graphicFrameMk id="9" creationId="{5EB2FFBD-7A56-7B4B-D79B-53D9FEC5EC28}"/>
          </ac:graphicFrameMkLst>
        </pc:graphicFrameChg>
        <pc:picChg chg="add del mod">
          <ac:chgData name="מגד סלאמה" userId="767647d0-5626-4b0b-8a90-e222c7acaf05" providerId="ADAL" clId="{FD0145FE-1B7C-415D-B7B8-C3586BF3D1FC}" dt="2025-02-03T14:24:35.226" v="976"/>
          <ac:picMkLst>
            <pc:docMk/>
            <pc:sldMk cId="2784076983" sldId="271"/>
            <ac:picMk id="6" creationId="{518C06A1-BD10-9EA4-45CB-2FFD604C7146}"/>
          </ac:picMkLst>
        </pc:picChg>
      </pc:sldChg>
      <pc:sldChg chg="addSp delSp modSp new mod modTransition setBg modNotesTx">
        <pc:chgData name="מגד סלאמה" userId="767647d0-5626-4b0b-8a90-e222c7acaf05" providerId="ADAL" clId="{FD0145FE-1B7C-415D-B7B8-C3586BF3D1FC}" dt="2025-02-03T14:24:35.226" v="976"/>
        <pc:sldMkLst>
          <pc:docMk/>
          <pc:sldMk cId="1243673129" sldId="272"/>
        </pc:sldMkLst>
        <pc:spChg chg="mod">
          <ac:chgData name="מגד סלאמה" userId="767647d0-5626-4b0b-8a90-e222c7acaf05" providerId="ADAL" clId="{FD0145FE-1B7C-415D-B7B8-C3586BF3D1FC}" dt="2025-02-02T20:15:50.596" v="232" actId="26606"/>
          <ac:spMkLst>
            <pc:docMk/>
            <pc:sldMk cId="1243673129" sldId="272"/>
            <ac:spMk id="2" creationId="{F7140738-20C2-477B-92C0-38B32A4B32A4}"/>
          </ac:spMkLst>
        </pc:spChg>
        <pc:spChg chg="add del mod">
          <ac:chgData name="מגד סלאמה" userId="767647d0-5626-4b0b-8a90-e222c7acaf05" providerId="ADAL" clId="{FD0145FE-1B7C-415D-B7B8-C3586BF3D1FC}" dt="2025-02-02T20:15:52.367" v="235" actId="26606"/>
          <ac:spMkLst>
            <pc:docMk/>
            <pc:sldMk cId="1243673129" sldId="272"/>
            <ac:spMk id="3" creationId="{8F154E9D-CF42-A9D8-F9B0-6921404D06E5}"/>
          </ac:spMkLst>
        </pc:spChg>
        <pc:spChg chg="add del">
          <ac:chgData name="מגד סלאמה" userId="767647d0-5626-4b0b-8a90-e222c7acaf05" providerId="ADAL" clId="{FD0145FE-1B7C-415D-B7B8-C3586BF3D1FC}" dt="2025-02-02T20:15:50.596" v="232" actId="26606"/>
          <ac:spMkLst>
            <pc:docMk/>
            <pc:sldMk cId="1243673129" sldId="272"/>
            <ac:spMk id="10" creationId="{E9271C28-7496-4447-8541-7B39F5E9480A}"/>
          </ac:spMkLst>
        </pc:spChg>
        <pc:spChg chg="add del">
          <ac:chgData name="מגד סלאמה" userId="767647d0-5626-4b0b-8a90-e222c7acaf05" providerId="ADAL" clId="{FD0145FE-1B7C-415D-B7B8-C3586BF3D1FC}" dt="2025-02-02T20:15:50.596" v="232" actId="26606"/>
          <ac:spMkLst>
            <pc:docMk/>
            <pc:sldMk cId="1243673129" sldId="272"/>
            <ac:spMk id="11" creationId="{8F154E9D-CF42-A9D8-F9B0-6921404D06E5}"/>
          </ac:spMkLst>
        </pc:spChg>
        <pc:graphicFrameChg chg="add del">
          <ac:chgData name="מגד סלאמה" userId="767647d0-5626-4b0b-8a90-e222c7acaf05" providerId="ADAL" clId="{FD0145FE-1B7C-415D-B7B8-C3586BF3D1FC}" dt="2025-02-02T20:15:38.974" v="228" actId="26606"/>
          <ac:graphicFrameMkLst>
            <pc:docMk/>
            <pc:sldMk cId="1243673129" sldId="272"/>
            <ac:graphicFrameMk id="5" creationId="{C52387BA-D6D5-E83C-AFB7-4DFE24CE6C80}"/>
          </ac:graphicFrameMkLst>
        </pc:graphicFrameChg>
        <pc:graphicFrameChg chg="add del">
          <ac:chgData name="מגד סלאמה" userId="767647d0-5626-4b0b-8a90-e222c7acaf05" providerId="ADAL" clId="{FD0145FE-1B7C-415D-B7B8-C3586BF3D1FC}" dt="2025-02-02T20:15:41.547" v="230" actId="26606"/>
          <ac:graphicFrameMkLst>
            <pc:docMk/>
            <pc:sldMk cId="1243673129" sldId="272"/>
            <ac:graphicFrameMk id="7" creationId="{C269FA5C-E372-BAF0-38B0-352164D0D120}"/>
          </ac:graphicFrameMkLst>
        </pc:graphicFrameChg>
        <pc:graphicFrameChg chg="add del">
          <ac:chgData name="מגד סלאמה" userId="767647d0-5626-4b0b-8a90-e222c7acaf05" providerId="ADAL" clId="{FD0145FE-1B7C-415D-B7B8-C3586BF3D1FC}" dt="2025-02-02T20:15:52.340" v="234" actId="26606"/>
          <ac:graphicFrameMkLst>
            <pc:docMk/>
            <pc:sldMk cId="1243673129" sldId="272"/>
            <ac:graphicFrameMk id="13" creationId="{1F120945-01E3-720A-6F15-A3C97AFC853F}"/>
          </ac:graphicFrameMkLst>
        </pc:graphicFrameChg>
        <pc:graphicFrameChg chg="add">
          <ac:chgData name="מגד סלאמה" userId="767647d0-5626-4b0b-8a90-e222c7acaf05" providerId="ADAL" clId="{FD0145FE-1B7C-415D-B7B8-C3586BF3D1FC}" dt="2025-02-02T20:15:52.367" v="235" actId="26606"/>
          <ac:graphicFrameMkLst>
            <pc:docMk/>
            <pc:sldMk cId="1243673129" sldId="272"/>
            <ac:graphicFrameMk id="15" creationId="{C52387BA-D6D5-E83C-AFB7-4DFE24CE6C80}"/>
          </ac:graphicFrameMkLst>
        </pc:graphicFrameChg>
        <pc:picChg chg="add del mod">
          <ac:chgData name="מגד סלאמה" userId="767647d0-5626-4b0b-8a90-e222c7acaf05" providerId="ADAL" clId="{FD0145FE-1B7C-415D-B7B8-C3586BF3D1FC}" dt="2025-02-03T14:24:35.226" v="976"/>
          <ac:picMkLst>
            <pc:docMk/>
            <pc:sldMk cId="1243673129" sldId="272"/>
            <ac:picMk id="4" creationId="{AE69597E-D45D-780A-D190-CD4EB6A206E9}"/>
          </ac:picMkLst>
        </pc:picChg>
        <pc:picChg chg="add del">
          <ac:chgData name="מגד סלאמה" userId="767647d0-5626-4b0b-8a90-e222c7acaf05" providerId="ADAL" clId="{FD0145FE-1B7C-415D-B7B8-C3586BF3D1FC}" dt="2025-02-02T20:15:50.596" v="232" actId="26606"/>
          <ac:picMkLst>
            <pc:docMk/>
            <pc:sldMk cId="1243673129" sldId="272"/>
            <ac:picMk id="9" creationId="{5BC944AB-5934-3423-8D4A-647F7E2E1E8E}"/>
          </ac:picMkLst>
        </pc:picChg>
      </pc:sldChg>
      <pc:sldChg chg="addSp delSp modSp add mod ord modTransition setBg addAnim delAnim modAnim delDesignElem">
        <pc:chgData name="מגד סלאמה" userId="767647d0-5626-4b0b-8a90-e222c7acaf05" providerId="ADAL" clId="{FD0145FE-1B7C-415D-B7B8-C3586BF3D1FC}" dt="2025-02-03T14:24:35.226" v="976"/>
        <pc:sldMkLst>
          <pc:docMk/>
          <pc:sldMk cId="3517582215" sldId="273"/>
        </pc:sldMkLst>
        <pc:spChg chg="mod">
          <ac:chgData name="מגד סלאמה" userId="767647d0-5626-4b0b-8a90-e222c7acaf05" providerId="ADAL" clId="{FD0145FE-1B7C-415D-B7B8-C3586BF3D1FC}" dt="2025-02-02T21:04:46.306" v="502" actId="26606"/>
          <ac:spMkLst>
            <pc:docMk/>
            <pc:sldMk cId="3517582215" sldId="273"/>
            <ac:spMk id="2" creationId="{78D92404-8002-B210-B9B7-5DA995984FD6}"/>
          </ac:spMkLst>
        </pc:spChg>
        <pc:spChg chg="mod">
          <ac:chgData name="מגד סלאמה" userId="767647d0-5626-4b0b-8a90-e222c7acaf05" providerId="ADAL" clId="{FD0145FE-1B7C-415D-B7B8-C3586BF3D1FC}" dt="2025-02-02T21:04:46.306" v="502" actId="26606"/>
          <ac:spMkLst>
            <pc:docMk/>
            <pc:sldMk cId="3517582215" sldId="273"/>
            <ac:spMk id="3" creationId="{AC6D36CA-ABB5-ADC2-A854-088ECE5496EB}"/>
          </ac:spMkLst>
        </pc:spChg>
        <pc:spChg chg="add del">
          <ac:chgData name="מגד סלאמה" userId="767647d0-5626-4b0b-8a90-e222c7acaf05" providerId="ADAL" clId="{FD0145FE-1B7C-415D-B7B8-C3586BF3D1FC}" dt="2025-02-02T19:52:49.913" v="162" actId="26606"/>
          <ac:spMkLst>
            <pc:docMk/>
            <pc:sldMk cId="3517582215" sldId="273"/>
            <ac:spMk id="6" creationId="{63FE6F10-B3AD-4403-94CA-F5115528699D}"/>
          </ac:spMkLst>
        </pc:spChg>
        <pc:spChg chg="add del">
          <ac:chgData name="מגד סלאמה" userId="767647d0-5626-4b0b-8a90-e222c7acaf05" providerId="ADAL" clId="{FD0145FE-1B7C-415D-B7B8-C3586BF3D1FC}" dt="2025-02-02T19:52:49.913" v="162" actId="26606"/>
          <ac:spMkLst>
            <pc:docMk/>
            <pc:sldMk cId="3517582215" sldId="273"/>
            <ac:spMk id="7" creationId="{364D6A39-A4F7-4B00-9F42-3BC67177DB1F}"/>
          </ac:spMkLst>
        </pc:spChg>
        <pc:spChg chg="add del">
          <ac:chgData name="מגד סלאמה" userId="767647d0-5626-4b0b-8a90-e222c7acaf05" providerId="ADAL" clId="{FD0145FE-1B7C-415D-B7B8-C3586BF3D1FC}" dt="2025-02-02T19:33:19.632" v="92" actId="26606"/>
          <ac:spMkLst>
            <pc:docMk/>
            <pc:sldMk cId="3517582215" sldId="273"/>
            <ac:spMk id="9" creationId="{63FE6F10-B3AD-4403-94CA-F5115528699D}"/>
          </ac:spMkLst>
        </pc:spChg>
        <pc:spChg chg="add del">
          <ac:chgData name="מגד סלאמה" userId="767647d0-5626-4b0b-8a90-e222c7acaf05" providerId="ADAL" clId="{FD0145FE-1B7C-415D-B7B8-C3586BF3D1FC}" dt="2025-02-02T19:52:49.913" v="162" actId="26606"/>
          <ac:spMkLst>
            <pc:docMk/>
            <pc:sldMk cId="3517582215" sldId="273"/>
            <ac:spMk id="10" creationId="{B5D0D97D-7911-4A25-88E2-4D81FD4AB294}"/>
          </ac:spMkLst>
        </pc:spChg>
        <pc:spChg chg="add del">
          <ac:chgData name="מגד סלאמה" userId="767647d0-5626-4b0b-8a90-e222c7acaf05" providerId="ADAL" clId="{FD0145FE-1B7C-415D-B7B8-C3586BF3D1FC}" dt="2025-02-02T19:33:19.632" v="92" actId="26606"/>
          <ac:spMkLst>
            <pc:docMk/>
            <pc:sldMk cId="3517582215" sldId="273"/>
            <ac:spMk id="11" creationId="{364D6A39-A4F7-4B00-9F42-3BC67177DB1F}"/>
          </ac:spMkLst>
        </pc:spChg>
        <pc:spChg chg="add del">
          <ac:chgData name="מגד סלאמה" userId="767647d0-5626-4b0b-8a90-e222c7acaf05" providerId="ADAL" clId="{FD0145FE-1B7C-415D-B7B8-C3586BF3D1FC}" dt="2025-02-02T19:52:56.660" v="164" actId="26606"/>
          <ac:spMkLst>
            <pc:docMk/>
            <pc:sldMk cId="3517582215" sldId="273"/>
            <ac:spMk id="12" creationId="{2ED84DD6-8A68-4994-8094-8DDBE89BF353}"/>
          </ac:spMkLst>
        </pc:spChg>
        <pc:spChg chg="add del">
          <ac:chgData name="מגד סלאמה" userId="767647d0-5626-4b0b-8a90-e222c7acaf05" providerId="ADAL" clId="{FD0145FE-1B7C-415D-B7B8-C3586BF3D1FC}" dt="2025-02-02T19:52:56.660" v="164" actId="26606"/>
          <ac:spMkLst>
            <pc:docMk/>
            <pc:sldMk cId="3517582215" sldId="273"/>
            <ac:spMk id="14" creationId="{176049D7-366E-4AC9-B689-460CC28F8E70}"/>
          </ac:spMkLst>
        </pc:spChg>
        <pc:spChg chg="add del">
          <ac:chgData name="מגד סלאמה" userId="767647d0-5626-4b0b-8a90-e222c7acaf05" providerId="ADAL" clId="{FD0145FE-1B7C-415D-B7B8-C3586BF3D1FC}" dt="2025-02-02T19:33:19.632" v="92" actId="26606"/>
          <ac:spMkLst>
            <pc:docMk/>
            <pc:sldMk cId="3517582215" sldId="273"/>
            <ac:spMk id="15" creationId="{B5D0D97D-7911-4A25-88E2-4D81FD4AB294}"/>
          </ac:spMkLst>
        </pc:spChg>
        <pc:spChg chg="add del">
          <ac:chgData name="מגד סלאמה" userId="767647d0-5626-4b0b-8a90-e222c7acaf05" providerId="ADAL" clId="{FD0145FE-1B7C-415D-B7B8-C3586BF3D1FC}" dt="2025-02-02T19:33:23.459" v="94" actId="26606"/>
          <ac:spMkLst>
            <pc:docMk/>
            <pc:sldMk cId="3517582215" sldId="273"/>
            <ac:spMk id="17" creationId="{E455C987-ED28-46CA-ACFD-871FF101DC1F}"/>
          </ac:spMkLst>
        </pc:spChg>
        <pc:spChg chg="add del">
          <ac:chgData name="מגד סלאמה" userId="767647d0-5626-4b0b-8a90-e222c7acaf05" providerId="ADAL" clId="{FD0145FE-1B7C-415D-B7B8-C3586BF3D1FC}" dt="2025-02-02T19:33:23.459" v="94" actId="26606"/>
          <ac:spMkLst>
            <pc:docMk/>
            <pc:sldMk cId="3517582215" sldId="273"/>
            <ac:spMk id="18" creationId="{A09530D1-E1B7-4679-A6ED-D82EB77AAC8E}"/>
          </ac:spMkLst>
        </pc:spChg>
        <pc:spChg chg="add del">
          <ac:chgData name="מגד סלאמה" userId="767647d0-5626-4b0b-8a90-e222c7acaf05" providerId="ADAL" clId="{FD0145FE-1B7C-415D-B7B8-C3586BF3D1FC}" dt="2025-02-02T19:52:56.660" v="164" actId="26606"/>
          <ac:spMkLst>
            <pc:docMk/>
            <pc:sldMk cId="3517582215" sldId="273"/>
            <ac:spMk id="20" creationId="{4AD45A04-4150-4943-BB06-EEEDDD73BFCE}"/>
          </ac:spMkLst>
        </pc:spChg>
        <pc:spChg chg="add del">
          <ac:chgData name="מגד סלאמה" userId="767647d0-5626-4b0b-8a90-e222c7acaf05" providerId="ADAL" clId="{FD0145FE-1B7C-415D-B7B8-C3586BF3D1FC}" dt="2025-02-02T19:33:26.438" v="98" actId="26606"/>
          <ac:spMkLst>
            <pc:docMk/>
            <pc:sldMk cId="3517582215" sldId="273"/>
            <ac:spMk id="21" creationId="{F7726A94-1EF0-4D91-B7BF-C033E3D6E51B}"/>
          </ac:spMkLst>
        </pc:spChg>
        <pc:spChg chg="add del">
          <ac:chgData name="מגד סלאמה" userId="767647d0-5626-4b0b-8a90-e222c7acaf05" providerId="ADAL" clId="{FD0145FE-1B7C-415D-B7B8-C3586BF3D1FC}" dt="2025-02-02T19:33:26.438" v="98" actId="26606"/>
          <ac:spMkLst>
            <pc:docMk/>
            <pc:sldMk cId="3517582215" sldId="273"/>
            <ac:spMk id="23" creationId="{24FB4153-1E3E-4AE9-8306-E8C292894B04}"/>
          </ac:spMkLst>
        </pc:spChg>
        <pc:spChg chg="add del">
          <ac:chgData name="מגד סלאמה" userId="767647d0-5626-4b0b-8a90-e222c7acaf05" providerId="ADAL" clId="{FD0145FE-1B7C-415D-B7B8-C3586BF3D1FC}" dt="2025-02-02T19:52:21.172" v="157"/>
          <ac:spMkLst>
            <pc:docMk/>
            <pc:sldMk cId="3517582215" sldId="273"/>
            <ac:spMk id="25" creationId="{2ED84DD6-8A68-4994-8094-8DDBE89BF353}"/>
          </ac:spMkLst>
        </pc:spChg>
        <pc:spChg chg="add del">
          <ac:chgData name="מגד סלאמה" userId="767647d0-5626-4b0b-8a90-e222c7acaf05" providerId="ADAL" clId="{FD0145FE-1B7C-415D-B7B8-C3586BF3D1FC}" dt="2025-02-02T19:52:21.172" v="157"/>
          <ac:spMkLst>
            <pc:docMk/>
            <pc:sldMk cId="3517582215" sldId="273"/>
            <ac:spMk id="26" creationId="{176049D7-366E-4AC9-B689-460CC28F8E70}"/>
          </ac:spMkLst>
        </pc:spChg>
        <pc:spChg chg="add del">
          <ac:chgData name="מגד סלאמה" userId="767647d0-5626-4b0b-8a90-e222c7acaf05" providerId="ADAL" clId="{FD0145FE-1B7C-415D-B7B8-C3586BF3D1FC}" dt="2025-02-02T19:52:21.172" v="157"/>
          <ac:spMkLst>
            <pc:docMk/>
            <pc:sldMk cId="3517582215" sldId="273"/>
            <ac:spMk id="28" creationId="{4AD45A04-4150-4943-BB06-EEEDDD73BFCE}"/>
          </ac:spMkLst>
        </pc:spChg>
        <pc:spChg chg="add del">
          <ac:chgData name="מגד סלאמה" userId="767647d0-5626-4b0b-8a90-e222c7acaf05" providerId="ADAL" clId="{FD0145FE-1B7C-415D-B7B8-C3586BF3D1FC}" dt="2025-02-02T19:53:06.454" v="169" actId="26606"/>
          <ac:spMkLst>
            <pc:docMk/>
            <pc:sldMk cId="3517582215" sldId="273"/>
            <ac:spMk id="29" creationId="{2ED84DD6-8A68-4994-8094-8DDBE89BF353}"/>
          </ac:spMkLst>
        </pc:spChg>
        <pc:spChg chg="add del">
          <ac:chgData name="מגד סלאמה" userId="767647d0-5626-4b0b-8a90-e222c7acaf05" providerId="ADAL" clId="{FD0145FE-1B7C-415D-B7B8-C3586BF3D1FC}" dt="2025-02-02T19:53:06.454" v="169" actId="26606"/>
          <ac:spMkLst>
            <pc:docMk/>
            <pc:sldMk cId="3517582215" sldId="273"/>
            <ac:spMk id="30" creationId="{176049D7-366E-4AC9-B689-460CC28F8E70}"/>
          </ac:spMkLst>
        </pc:spChg>
        <pc:spChg chg="add del">
          <ac:chgData name="מגד סלאמה" userId="767647d0-5626-4b0b-8a90-e222c7acaf05" providerId="ADAL" clId="{FD0145FE-1B7C-415D-B7B8-C3586BF3D1FC}" dt="2025-02-02T19:53:06.454" v="169" actId="26606"/>
          <ac:spMkLst>
            <pc:docMk/>
            <pc:sldMk cId="3517582215" sldId="273"/>
            <ac:spMk id="32" creationId="{4AD45A04-4150-4943-BB06-EEEDDD73BFCE}"/>
          </ac:spMkLst>
        </pc:spChg>
        <pc:spChg chg="add del">
          <ac:chgData name="מגד סלאמה" userId="767647d0-5626-4b0b-8a90-e222c7acaf05" providerId="ADAL" clId="{FD0145FE-1B7C-415D-B7B8-C3586BF3D1FC}" dt="2025-02-02T21:04:46.306" v="502" actId="26606"/>
          <ac:spMkLst>
            <pc:docMk/>
            <pc:sldMk cId="3517582215" sldId="273"/>
            <ac:spMk id="37" creationId="{2ED84DD6-8A68-4994-8094-8DDBE89BF353}"/>
          </ac:spMkLst>
        </pc:spChg>
        <pc:spChg chg="add del">
          <ac:chgData name="מגד סלאמה" userId="767647d0-5626-4b0b-8a90-e222c7acaf05" providerId="ADAL" clId="{FD0145FE-1B7C-415D-B7B8-C3586BF3D1FC}" dt="2025-02-02T21:04:46.306" v="502" actId="26606"/>
          <ac:spMkLst>
            <pc:docMk/>
            <pc:sldMk cId="3517582215" sldId="273"/>
            <ac:spMk id="39" creationId="{176049D7-366E-4AC9-B689-460CC28F8E70}"/>
          </ac:spMkLst>
        </pc:spChg>
        <pc:spChg chg="add del">
          <ac:chgData name="מגד סלאמה" userId="767647d0-5626-4b0b-8a90-e222c7acaf05" providerId="ADAL" clId="{FD0145FE-1B7C-415D-B7B8-C3586BF3D1FC}" dt="2025-02-02T21:04:46.306" v="502" actId="26606"/>
          <ac:spMkLst>
            <pc:docMk/>
            <pc:sldMk cId="3517582215" sldId="273"/>
            <ac:spMk id="43" creationId="{4AD45A04-4150-4943-BB06-EEEDDD73BFCE}"/>
          </ac:spMkLst>
        </pc:spChg>
        <pc:spChg chg="add del">
          <ac:chgData name="מגד סלאמה" userId="767647d0-5626-4b0b-8a90-e222c7acaf05" providerId="ADAL" clId="{FD0145FE-1B7C-415D-B7B8-C3586BF3D1FC}" dt="2025-02-02T21:04:46.296" v="501" actId="26606"/>
          <ac:spMkLst>
            <pc:docMk/>
            <pc:sldMk cId="3517582215" sldId="273"/>
            <ac:spMk id="48" creationId="{63FE6F10-B3AD-4403-94CA-F5115528699D}"/>
          </ac:spMkLst>
        </pc:spChg>
        <pc:spChg chg="add del">
          <ac:chgData name="מגד סלאמה" userId="767647d0-5626-4b0b-8a90-e222c7acaf05" providerId="ADAL" clId="{FD0145FE-1B7C-415D-B7B8-C3586BF3D1FC}" dt="2025-02-02T21:04:46.296" v="501" actId="26606"/>
          <ac:spMkLst>
            <pc:docMk/>
            <pc:sldMk cId="3517582215" sldId="273"/>
            <ac:spMk id="50" creationId="{364D6A39-A4F7-4B00-9F42-3BC67177DB1F}"/>
          </ac:spMkLst>
        </pc:spChg>
        <pc:spChg chg="add del">
          <ac:chgData name="מגד סלאמה" userId="767647d0-5626-4b0b-8a90-e222c7acaf05" providerId="ADAL" clId="{FD0145FE-1B7C-415D-B7B8-C3586BF3D1FC}" dt="2025-02-02T21:04:46.296" v="501" actId="26606"/>
          <ac:spMkLst>
            <pc:docMk/>
            <pc:sldMk cId="3517582215" sldId="273"/>
            <ac:spMk id="54" creationId="{B5D0D97D-7911-4A25-88E2-4D81FD4AB294}"/>
          </ac:spMkLst>
        </pc:spChg>
        <pc:spChg chg="add del">
          <ac:chgData name="מגד סלאמה" userId="767647d0-5626-4b0b-8a90-e222c7acaf05" providerId="ADAL" clId="{FD0145FE-1B7C-415D-B7B8-C3586BF3D1FC}" dt="2025-02-02T21:05:56.385" v="505" actId="26606"/>
          <ac:spMkLst>
            <pc:docMk/>
            <pc:sldMk cId="3517582215" sldId="273"/>
            <ac:spMk id="56" creationId="{8677094E-F0FE-4EC2-9511-5A411A2E1154}"/>
          </ac:spMkLst>
        </pc:spChg>
        <pc:spChg chg="add del">
          <ac:chgData name="מגד סלאמה" userId="767647d0-5626-4b0b-8a90-e222c7acaf05" providerId="ADAL" clId="{FD0145FE-1B7C-415D-B7B8-C3586BF3D1FC}" dt="2025-02-02T21:05:56.385" v="505" actId="26606"/>
          <ac:spMkLst>
            <pc:docMk/>
            <pc:sldMk cId="3517582215" sldId="273"/>
            <ac:spMk id="57" creationId="{E0E1ADA3-256B-436F-BB84-15BF272B4BC8}"/>
          </ac:spMkLst>
        </pc:spChg>
        <pc:spChg chg="add del">
          <ac:chgData name="מגד סלאמה" userId="767647d0-5626-4b0b-8a90-e222c7acaf05" providerId="ADAL" clId="{FD0145FE-1B7C-415D-B7B8-C3586BF3D1FC}" dt="2025-02-02T21:05:56.385" v="505" actId="26606"/>
          <ac:spMkLst>
            <pc:docMk/>
            <pc:sldMk cId="3517582215" sldId="273"/>
            <ac:spMk id="59" creationId="{5C091E65-5627-4CC0-82AA-74A3C89D7CF7}"/>
          </ac:spMkLst>
        </pc:spChg>
        <pc:spChg chg="add">
          <ac:chgData name="מגד סלאמה" userId="767647d0-5626-4b0b-8a90-e222c7acaf05" providerId="ADAL" clId="{FD0145FE-1B7C-415D-B7B8-C3586BF3D1FC}" dt="2025-02-02T21:05:56.385" v="505" actId="26606"/>
          <ac:spMkLst>
            <pc:docMk/>
            <pc:sldMk cId="3517582215" sldId="273"/>
            <ac:spMk id="64" creationId="{8677094E-F0FE-4EC2-9511-5A411A2E1154}"/>
          </ac:spMkLst>
        </pc:spChg>
        <pc:spChg chg="add">
          <ac:chgData name="מגד סלאמה" userId="767647d0-5626-4b0b-8a90-e222c7acaf05" providerId="ADAL" clId="{FD0145FE-1B7C-415D-B7B8-C3586BF3D1FC}" dt="2025-02-02T21:05:56.385" v="505" actId="26606"/>
          <ac:spMkLst>
            <pc:docMk/>
            <pc:sldMk cId="3517582215" sldId="273"/>
            <ac:spMk id="66" creationId="{E0E1ADA3-256B-436F-BB84-15BF272B4BC8}"/>
          </ac:spMkLst>
        </pc:spChg>
        <pc:spChg chg="add">
          <ac:chgData name="מגד סלאמה" userId="767647d0-5626-4b0b-8a90-e222c7acaf05" providerId="ADAL" clId="{FD0145FE-1B7C-415D-B7B8-C3586BF3D1FC}" dt="2025-02-02T21:05:56.385" v="505" actId="26606"/>
          <ac:spMkLst>
            <pc:docMk/>
            <pc:sldMk cId="3517582215" sldId="273"/>
            <ac:spMk id="70" creationId="{5C091E65-5627-4CC0-82AA-74A3C89D7CF7}"/>
          </ac:spMkLst>
        </pc:spChg>
        <pc:picChg chg="add mod ord">
          <ac:chgData name="מגד סלאמה" userId="767647d0-5626-4b0b-8a90-e222c7acaf05" providerId="ADAL" clId="{FD0145FE-1B7C-415D-B7B8-C3586BF3D1FC}" dt="2025-02-02T21:05:56.385" v="505" actId="26606"/>
          <ac:picMkLst>
            <pc:docMk/>
            <pc:sldMk cId="3517582215" sldId="273"/>
            <ac:picMk id="4" creationId="{E5B3C009-88C5-5AE1-9A53-12E4CF25ED0C}"/>
          </ac:picMkLst>
        </pc:picChg>
        <pc:picChg chg="add del mod">
          <ac:chgData name="מגד סלאמה" userId="767647d0-5626-4b0b-8a90-e222c7acaf05" providerId="ADAL" clId="{FD0145FE-1B7C-415D-B7B8-C3586BF3D1FC}" dt="2025-02-03T14:23:40.046" v="970"/>
          <ac:picMkLst>
            <pc:docMk/>
            <pc:sldMk cId="3517582215" sldId="273"/>
            <ac:picMk id="10" creationId="{B2E32B1E-50A9-940A-D8DA-5B32E73A1A12}"/>
          </ac:picMkLst>
        </pc:picChg>
        <pc:picChg chg="add del mod">
          <ac:chgData name="מגד סלאמה" userId="767647d0-5626-4b0b-8a90-e222c7acaf05" providerId="ADAL" clId="{FD0145FE-1B7C-415D-B7B8-C3586BF3D1FC}" dt="2025-02-03T14:24:00.645" v="973"/>
          <ac:picMkLst>
            <pc:docMk/>
            <pc:sldMk cId="3517582215" sldId="273"/>
            <ac:picMk id="13" creationId="{2C6B8D0D-D510-5A90-8E71-D21326BE608A}"/>
          </ac:picMkLst>
        </pc:picChg>
        <pc:picChg chg="add del mod">
          <ac:chgData name="מגד סלאמה" userId="767647d0-5626-4b0b-8a90-e222c7acaf05" providerId="ADAL" clId="{FD0145FE-1B7C-415D-B7B8-C3586BF3D1FC}" dt="2025-02-03T14:24:35.226" v="976"/>
          <ac:picMkLst>
            <pc:docMk/>
            <pc:sldMk cId="3517582215" sldId="273"/>
            <ac:picMk id="16" creationId="{93777B58-D1E7-5846-9AC6-04D4B27808D3}"/>
          </ac:picMkLst>
        </pc:picChg>
        <pc:cxnChg chg="add del">
          <ac:chgData name="מגד סלאמה" userId="767647d0-5626-4b0b-8a90-e222c7acaf05" providerId="ADAL" clId="{FD0145FE-1B7C-415D-B7B8-C3586BF3D1FC}" dt="2025-02-02T19:52:49.913" v="162" actId="26606"/>
          <ac:cxnSpMkLst>
            <pc:docMk/>
            <pc:sldMk cId="3517582215" sldId="273"/>
            <ac:cxnSpMk id="8" creationId="{13553ADF-88A1-4645-B819-890CA3DF7D5B}"/>
          </ac:cxnSpMkLst>
        </pc:cxnChg>
        <pc:cxnChg chg="add del">
          <ac:chgData name="מגד סלאמה" userId="767647d0-5626-4b0b-8a90-e222c7acaf05" providerId="ADAL" clId="{FD0145FE-1B7C-415D-B7B8-C3586BF3D1FC}" dt="2025-02-02T19:33:19.632" v="92" actId="26606"/>
          <ac:cxnSpMkLst>
            <pc:docMk/>
            <pc:sldMk cId="3517582215" sldId="273"/>
            <ac:cxnSpMk id="13" creationId="{13553ADF-88A1-4645-B819-890CA3DF7D5B}"/>
          </ac:cxnSpMkLst>
        </pc:cxnChg>
        <pc:cxnChg chg="add del">
          <ac:chgData name="מגד סלאמה" userId="767647d0-5626-4b0b-8a90-e222c7acaf05" providerId="ADAL" clId="{FD0145FE-1B7C-415D-B7B8-C3586BF3D1FC}" dt="2025-02-02T19:52:56.660" v="164" actId="26606"/>
          <ac:cxnSpMkLst>
            <pc:docMk/>
            <pc:sldMk cId="3517582215" sldId="273"/>
            <ac:cxnSpMk id="16" creationId="{BC9E91F8-C4AE-4EB0-8B76-FF3F3FC7183D}"/>
          </ac:cxnSpMkLst>
        </pc:cxnChg>
        <pc:cxnChg chg="add del">
          <ac:chgData name="מגד סלאמה" userId="767647d0-5626-4b0b-8a90-e222c7acaf05" providerId="ADAL" clId="{FD0145FE-1B7C-415D-B7B8-C3586BF3D1FC}" dt="2025-02-02T19:33:23.459" v="94" actId="26606"/>
          <ac:cxnSpMkLst>
            <pc:docMk/>
            <pc:sldMk cId="3517582215" sldId="273"/>
            <ac:cxnSpMk id="19" creationId="{BCB8372A-11C5-4BD2-B5FD-71DDEFADE145}"/>
          </ac:cxnSpMkLst>
        </pc:cxnChg>
        <pc:cxnChg chg="add del">
          <ac:chgData name="מגד סלאמה" userId="767647d0-5626-4b0b-8a90-e222c7acaf05" providerId="ADAL" clId="{FD0145FE-1B7C-415D-B7B8-C3586BF3D1FC}" dt="2025-02-02T19:33:26.438" v="98" actId="26606"/>
          <ac:cxnSpMkLst>
            <pc:docMk/>
            <pc:sldMk cId="3517582215" sldId="273"/>
            <ac:cxnSpMk id="22" creationId="{98F0650C-11DF-45E6-8EC2-E3B298F0D80A}"/>
          </ac:cxnSpMkLst>
        </pc:cxnChg>
        <pc:cxnChg chg="add del">
          <ac:chgData name="מגד סלאמה" userId="767647d0-5626-4b0b-8a90-e222c7acaf05" providerId="ADAL" clId="{FD0145FE-1B7C-415D-B7B8-C3586BF3D1FC}" dt="2025-02-02T19:53:00.903" v="166" actId="26606"/>
          <ac:cxnSpMkLst>
            <pc:docMk/>
            <pc:sldMk cId="3517582215" sldId="273"/>
            <ac:cxnSpMk id="24" creationId="{63FED537-3AF1-4C36-9904-77B6A54D27B5}"/>
          </ac:cxnSpMkLst>
        </pc:cxnChg>
        <pc:cxnChg chg="add del">
          <ac:chgData name="מגד סלאמה" userId="767647d0-5626-4b0b-8a90-e222c7acaf05" providerId="ADAL" clId="{FD0145FE-1B7C-415D-B7B8-C3586BF3D1FC}" dt="2025-02-02T19:52:21.172" v="157"/>
          <ac:cxnSpMkLst>
            <pc:docMk/>
            <pc:sldMk cId="3517582215" sldId="273"/>
            <ac:cxnSpMk id="27" creationId="{BC9E91F8-C4AE-4EB0-8B76-FF3F3FC7183D}"/>
          </ac:cxnSpMkLst>
        </pc:cxnChg>
        <pc:cxnChg chg="add del">
          <ac:chgData name="מגד סלאמה" userId="767647d0-5626-4b0b-8a90-e222c7acaf05" providerId="ADAL" clId="{FD0145FE-1B7C-415D-B7B8-C3586BF3D1FC}" dt="2025-02-02T19:53:06.454" v="169" actId="26606"/>
          <ac:cxnSpMkLst>
            <pc:docMk/>
            <pc:sldMk cId="3517582215" sldId="273"/>
            <ac:cxnSpMk id="31" creationId="{BC9E91F8-C4AE-4EB0-8B76-FF3F3FC7183D}"/>
          </ac:cxnSpMkLst>
        </pc:cxnChg>
        <pc:cxnChg chg="add del">
          <ac:chgData name="מגד סלאמה" userId="767647d0-5626-4b0b-8a90-e222c7acaf05" providerId="ADAL" clId="{FD0145FE-1B7C-415D-B7B8-C3586BF3D1FC}" dt="2025-02-02T21:04:46.306" v="502" actId="26606"/>
          <ac:cxnSpMkLst>
            <pc:docMk/>
            <pc:sldMk cId="3517582215" sldId="273"/>
            <ac:cxnSpMk id="41" creationId="{BC9E91F8-C4AE-4EB0-8B76-FF3F3FC7183D}"/>
          </ac:cxnSpMkLst>
        </pc:cxnChg>
        <pc:cxnChg chg="add del">
          <ac:chgData name="מגד סלאמה" userId="767647d0-5626-4b0b-8a90-e222c7acaf05" providerId="ADAL" clId="{FD0145FE-1B7C-415D-B7B8-C3586BF3D1FC}" dt="2025-02-02T21:04:46.296" v="501" actId="26606"/>
          <ac:cxnSpMkLst>
            <pc:docMk/>
            <pc:sldMk cId="3517582215" sldId="273"/>
            <ac:cxnSpMk id="52" creationId="{13553ADF-88A1-4645-B819-890CA3DF7D5B}"/>
          </ac:cxnSpMkLst>
        </pc:cxnChg>
        <pc:cxnChg chg="add del">
          <ac:chgData name="מגד סלאמה" userId="767647d0-5626-4b0b-8a90-e222c7acaf05" providerId="ADAL" clId="{FD0145FE-1B7C-415D-B7B8-C3586BF3D1FC}" dt="2025-02-02T21:05:56.385" v="505" actId="26606"/>
          <ac:cxnSpMkLst>
            <pc:docMk/>
            <pc:sldMk cId="3517582215" sldId="273"/>
            <ac:cxnSpMk id="58" creationId="{7DDC7D3D-A4F6-4638-B02B-2DBB6C11F5D3}"/>
          </ac:cxnSpMkLst>
        </pc:cxnChg>
        <pc:cxnChg chg="add">
          <ac:chgData name="מגד סלאמה" userId="767647d0-5626-4b0b-8a90-e222c7acaf05" providerId="ADAL" clId="{FD0145FE-1B7C-415D-B7B8-C3586BF3D1FC}" dt="2025-02-02T21:05:56.385" v="505" actId="26606"/>
          <ac:cxnSpMkLst>
            <pc:docMk/>
            <pc:sldMk cId="3517582215" sldId="273"/>
            <ac:cxnSpMk id="68" creationId="{7DDC7D3D-A4F6-4638-B02B-2DBB6C11F5D3}"/>
          </ac:cxnSpMkLst>
        </pc:cxnChg>
      </pc:sldChg>
      <pc:sldChg chg="addSp delSp modSp new mod modTransition setBg modNotesTx">
        <pc:chgData name="מגד סלאמה" userId="767647d0-5626-4b0b-8a90-e222c7acaf05" providerId="ADAL" clId="{FD0145FE-1B7C-415D-B7B8-C3586BF3D1FC}" dt="2025-02-03T14:24:35.226" v="976"/>
        <pc:sldMkLst>
          <pc:docMk/>
          <pc:sldMk cId="3049096941" sldId="274"/>
        </pc:sldMkLst>
        <pc:spChg chg="mod">
          <ac:chgData name="מגד סלאמה" userId="767647d0-5626-4b0b-8a90-e222c7acaf05" providerId="ADAL" clId="{FD0145FE-1B7C-415D-B7B8-C3586BF3D1FC}" dt="2025-02-02T20:28:11.091" v="315" actId="26606"/>
          <ac:spMkLst>
            <pc:docMk/>
            <pc:sldMk cId="3049096941" sldId="274"/>
            <ac:spMk id="2" creationId="{F5F3E0D3-50B4-200B-BC88-990268925DD2}"/>
          </ac:spMkLst>
        </pc:spChg>
        <pc:spChg chg="add del mod">
          <ac:chgData name="מגד סלאמה" userId="767647d0-5626-4b0b-8a90-e222c7acaf05" providerId="ADAL" clId="{FD0145FE-1B7C-415D-B7B8-C3586BF3D1FC}" dt="2025-02-02T20:28:11.122" v="316" actId="26606"/>
          <ac:spMkLst>
            <pc:docMk/>
            <pc:sldMk cId="3049096941" sldId="274"/>
            <ac:spMk id="3" creationId="{2FD86498-7AE8-0DDB-6132-C7B7D34FC03D}"/>
          </ac:spMkLst>
        </pc:spChg>
        <pc:spChg chg="add">
          <ac:chgData name="מגד סלאמה" userId="767647d0-5626-4b0b-8a90-e222c7acaf05" providerId="ADAL" clId="{FD0145FE-1B7C-415D-B7B8-C3586BF3D1FC}" dt="2025-02-02T20:26:14.410" v="247"/>
          <ac:spMkLst>
            <pc:docMk/>
            <pc:sldMk cId="3049096941" sldId="274"/>
            <ac:spMk id="4" creationId="{B18C7C54-2D2A-6057-1923-0B0420084ECE}"/>
          </ac:spMkLst>
        </pc:spChg>
        <pc:spChg chg="add">
          <ac:chgData name="מגד סלאמה" userId="767647d0-5626-4b0b-8a90-e222c7acaf05" providerId="ADAL" clId="{FD0145FE-1B7C-415D-B7B8-C3586BF3D1FC}" dt="2025-02-02T20:26:17.697" v="249"/>
          <ac:spMkLst>
            <pc:docMk/>
            <pc:sldMk cId="3049096941" sldId="274"/>
            <ac:spMk id="5" creationId="{0E4874B0-C40F-540C-2E9F-E6D23F30BC65}"/>
          </ac:spMkLst>
        </pc:spChg>
        <pc:spChg chg="add del">
          <ac:chgData name="מגד סלאמה" userId="767647d0-5626-4b0b-8a90-e222c7acaf05" providerId="ADAL" clId="{FD0145FE-1B7C-415D-B7B8-C3586BF3D1FC}" dt="2025-02-02T20:28:11.091" v="315" actId="26606"/>
          <ac:spMkLst>
            <pc:docMk/>
            <pc:sldMk cId="3049096941" sldId="274"/>
            <ac:spMk id="9" creationId="{4B54C89A-2D0B-4062-BF97-CA51B69D7B96}"/>
          </ac:spMkLst>
        </pc:spChg>
        <pc:spChg chg="add del">
          <ac:chgData name="מגד סלאמה" userId="767647d0-5626-4b0b-8a90-e222c7acaf05" providerId="ADAL" clId="{FD0145FE-1B7C-415D-B7B8-C3586BF3D1FC}" dt="2025-02-02T20:28:11.091" v="315" actId="26606"/>
          <ac:spMkLst>
            <pc:docMk/>
            <pc:sldMk cId="3049096941" sldId="274"/>
            <ac:spMk id="11" creationId="{4091C99A-98BE-457D-87BD-7B9B6EDDC19D}"/>
          </ac:spMkLst>
        </pc:spChg>
        <pc:spChg chg="add del">
          <ac:chgData name="מגד סלאמה" userId="767647d0-5626-4b0b-8a90-e222c7acaf05" providerId="ADAL" clId="{FD0145FE-1B7C-415D-B7B8-C3586BF3D1FC}" dt="2025-02-02T20:28:11.091" v="315" actId="26606"/>
          <ac:spMkLst>
            <pc:docMk/>
            <pc:sldMk cId="3049096941" sldId="274"/>
            <ac:spMk id="13" creationId="{960A769C-8991-4FDE-89A0-A218E5BF677A}"/>
          </ac:spMkLst>
        </pc:spChg>
        <pc:spChg chg="add del">
          <ac:chgData name="מגד סלאמה" userId="767647d0-5626-4b0b-8a90-e222c7acaf05" providerId="ADAL" clId="{FD0145FE-1B7C-415D-B7B8-C3586BF3D1FC}" dt="2025-02-02T20:28:11.091" v="315" actId="26606"/>
          <ac:spMkLst>
            <pc:docMk/>
            <pc:sldMk cId="3049096941" sldId="274"/>
            <ac:spMk id="15" creationId="{855CA58E-F8D8-4DF3-B813-C2585E0AB0EC}"/>
          </ac:spMkLst>
        </pc:spChg>
        <pc:graphicFrameChg chg="add del">
          <ac:chgData name="מגד סלאמה" userId="767647d0-5626-4b0b-8a90-e222c7acaf05" providerId="ADAL" clId="{FD0145FE-1B7C-415D-B7B8-C3586BF3D1FC}" dt="2025-02-02T20:28:07.807" v="313" actId="26606"/>
          <ac:graphicFrameMkLst>
            <pc:docMk/>
            <pc:sldMk cId="3049096941" sldId="274"/>
            <ac:graphicFrameMk id="6" creationId="{EE1EFC9D-CB23-83EB-D6AD-487D26E857C4}"/>
          </ac:graphicFrameMkLst>
        </pc:graphicFrameChg>
        <pc:graphicFrameChg chg="add del">
          <ac:chgData name="מגד סלאמה" userId="767647d0-5626-4b0b-8a90-e222c7acaf05" providerId="ADAL" clId="{FD0145FE-1B7C-415D-B7B8-C3586BF3D1FC}" dt="2025-02-02T20:28:11.091" v="315" actId="26606"/>
          <ac:graphicFrameMkLst>
            <pc:docMk/>
            <pc:sldMk cId="3049096941" sldId="274"/>
            <ac:graphicFrameMk id="8" creationId="{079E471E-18CC-2A39-6D53-80697F1659AE}"/>
          </ac:graphicFrameMkLst>
        </pc:graphicFrameChg>
        <pc:graphicFrameChg chg="add">
          <ac:chgData name="מגד סלאמה" userId="767647d0-5626-4b0b-8a90-e222c7acaf05" providerId="ADAL" clId="{FD0145FE-1B7C-415D-B7B8-C3586BF3D1FC}" dt="2025-02-02T20:28:11.122" v="316" actId="26606"/>
          <ac:graphicFrameMkLst>
            <pc:docMk/>
            <pc:sldMk cId="3049096941" sldId="274"/>
            <ac:graphicFrameMk id="17" creationId="{BC497887-A598-AE41-EC89-9F397788A086}"/>
          </ac:graphicFrameMkLst>
        </pc:graphicFrameChg>
        <pc:picChg chg="add del mod">
          <ac:chgData name="מגד סלאמה" userId="767647d0-5626-4b0b-8a90-e222c7acaf05" providerId="ADAL" clId="{FD0145FE-1B7C-415D-B7B8-C3586BF3D1FC}" dt="2025-02-03T14:24:35.226" v="976"/>
          <ac:picMkLst>
            <pc:docMk/>
            <pc:sldMk cId="3049096941" sldId="274"/>
            <ac:picMk id="4" creationId="{41181756-5BC1-2585-9465-67B06C55214E}"/>
          </ac:picMkLst>
        </pc:picChg>
      </pc:sldChg>
      <pc:sldChg chg="addSp delSp modSp new mod modTransition setBg modNotesTx">
        <pc:chgData name="מגד סלאמה" userId="767647d0-5626-4b0b-8a90-e222c7acaf05" providerId="ADAL" clId="{FD0145FE-1B7C-415D-B7B8-C3586BF3D1FC}" dt="2025-02-03T20:55:49.495" v="982"/>
        <pc:sldMkLst>
          <pc:docMk/>
          <pc:sldMk cId="2031770391" sldId="275"/>
        </pc:sldMkLst>
        <pc:spChg chg="mod">
          <ac:chgData name="מגד סלאמה" userId="767647d0-5626-4b0b-8a90-e222c7acaf05" providerId="ADAL" clId="{FD0145FE-1B7C-415D-B7B8-C3586BF3D1FC}" dt="2025-02-02T20:46:01.515" v="377" actId="14100"/>
          <ac:spMkLst>
            <pc:docMk/>
            <pc:sldMk cId="2031770391" sldId="275"/>
            <ac:spMk id="2" creationId="{3DB9ADEB-80DC-C4D1-23F9-0A3721B76613}"/>
          </ac:spMkLst>
        </pc:spChg>
        <pc:spChg chg="add del mod">
          <ac:chgData name="מגד סלאמה" userId="767647d0-5626-4b0b-8a90-e222c7acaf05" providerId="ADAL" clId="{FD0145FE-1B7C-415D-B7B8-C3586BF3D1FC}" dt="2025-02-02T20:34:18.940" v="343" actId="26606"/>
          <ac:spMkLst>
            <pc:docMk/>
            <pc:sldMk cId="2031770391" sldId="275"/>
            <ac:spMk id="3" creationId="{6DA79CF5-83CF-42D7-509F-811924294CE8}"/>
          </ac:spMkLst>
        </pc:spChg>
        <pc:spChg chg="add mod">
          <ac:chgData name="מגד סלאמה" userId="767647d0-5626-4b0b-8a90-e222c7acaf05" providerId="ADAL" clId="{FD0145FE-1B7C-415D-B7B8-C3586BF3D1FC}" dt="2025-02-02T20:32:46.643" v="326"/>
          <ac:spMkLst>
            <pc:docMk/>
            <pc:sldMk cId="2031770391" sldId="275"/>
            <ac:spMk id="4" creationId="{6D307E37-779D-EC4F-5DFC-A8752231534C}"/>
          </ac:spMkLst>
        </pc:spChg>
        <pc:spChg chg="add mod">
          <ac:chgData name="מגד סלאמה" userId="767647d0-5626-4b0b-8a90-e222c7acaf05" providerId="ADAL" clId="{FD0145FE-1B7C-415D-B7B8-C3586BF3D1FC}" dt="2025-02-03T20:55:49.495" v="982"/>
          <ac:spMkLst>
            <pc:docMk/>
            <pc:sldMk cId="2031770391" sldId="275"/>
            <ac:spMk id="8" creationId="{6DA79CF5-83CF-42D7-509F-811924294CE8}"/>
          </ac:spMkLst>
        </pc:spChg>
        <pc:spChg chg="add">
          <ac:chgData name="מגד סלאמה" userId="767647d0-5626-4b0b-8a90-e222c7acaf05" providerId="ADAL" clId="{FD0145FE-1B7C-415D-B7B8-C3586BF3D1FC}" dt="2025-02-02T20:34:18.940" v="343" actId="26606"/>
          <ac:spMkLst>
            <pc:docMk/>
            <pc:sldMk cId="2031770391" sldId="275"/>
            <ac:spMk id="10" creationId="{E9271C28-7496-4447-8541-7B39F5E9480A}"/>
          </ac:spMkLst>
        </pc:spChg>
        <pc:graphicFrameChg chg="add del">
          <ac:chgData name="מגד סלאמה" userId="767647d0-5626-4b0b-8a90-e222c7acaf05" providerId="ADAL" clId="{FD0145FE-1B7C-415D-B7B8-C3586BF3D1FC}" dt="2025-02-02T20:34:18.927" v="342" actId="26606"/>
          <ac:graphicFrameMkLst>
            <pc:docMk/>
            <pc:sldMk cId="2031770391" sldId="275"/>
            <ac:graphicFrameMk id="5" creationId="{5BCCCE53-879A-7BEF-63B9-BE182568E7FE}"/>
          </ac:graphicFrameMkLst>
        </pc:graphicFrameChg>
        <pc:picChg chg="add del mod">
          <ac:chgData name="מגד סלאמה" userId="767647d0-5626-4b0b-8a90-e222c7acaf05" providerId="ADAL" clId="{FD0145FE-1B7C-415D-B7B8-C3586BF3D1FC}" dt="2025-02-03T14:24:35.226" v="976"/>
          <ac:picMkLst>
            <pc:docMk/>
            <pc:sldMk cId="2031770391" sldId="275"/>
            <ac:picMk id="4" creationId="{DBD46AEB-A98A-9C36-6627-8E7C6C691F8E}"/>
          </ac:picMkLst>
        </pc:picChg>
        <pc:picChg chg="add">
          <ac:chgData name="מגד סלאמה" userId="767647d0-5626-4b0b-8a90-e222c7acaf05" providerId="ADAL" clId="{FD0145FE-1B7C-415D-B7B8-C3586BF3D1FC}" dt="2025-02-02T20:34:18.940" v="343" actId="26606"/>
          <ac:picMkLst>
            <pc:docMk/>
            <pc:sldMk cId="2031770391" sldId="275"/>
            <ac:picMk id="7" creationId="{2D9B0285-D47C-FCD2-8601-63ABD6DFA5F2}"/>
          </ac:picMkLst>
        </pc:picChg>
      </pc:sldChg>
      <pc:sldChg chg="addSp delSp modSp new mod modTransition setBg modNotesTx">
        <pc:chgData name="מגד סלאמה" userId="767647d0-5626-4b0b-8a90-e222c7acaf05" providerId="ADAL" clId="{FD0145FE-1B7C-415D-B7B8-C3586BF3D1FC}" dt="2025-02-03T20:56:03.186" v="984"/>
        <pc:sldMkLst>
          <pc:docMk/>
          <pc:sldMk cId="3940589695" sldId="276"/>
        </pc:sldMkLst>
        <pc:spChg chg="mod">
          <ac:chgData name="מגד סלאמה" userId="767647d0-5626-4b0b-8a90-e222c7acaf05" providerId="ADAL" clId="{FD0145FE-1B7C-415D-B7B8-C3586BF3D1FC}" dt="2025-02-02T20:58:52.698" v="426" actId="26606"/>
          <ac:spMkLst>
            <pc:docMk/>
            <pc:sldMk cId="3940589695" sldId="276"/>
            <ac:spMk id="2" creationId="{8666CD0E-230C-E03A-227A-20FC12FF30CF}"/>
          </ac:spMkLst>
        </pc:spChg>
        <pc:spChg chg="mod">
          <ac:chgData name="מגד סלאמה" userId="767647d0-5626-4b0b-8a90-e222c7acaf05" providerId="ADAL" clId="{FD0145FE-1B7C-415D-B7B8-C3586BF3D1FC}" dt="2025-02-03T20:56:03.186" v="984"/>
          <ac:spMkLst>
            <pc:docMk/>
            <pc:sldMk cId="3940589695" sldId="276"/>
            <ac:spMk id="3" creationId="{4D8FF872-828B-E5DE-8807-9969DDE3749A}"/>
          </ac:spMkLst>
        </pc:spChg>
        <pc:spChg chg="add">
          <ac:chgData name="מגד סלאמה" userId="767647d0-5626-4b0b-8a90-e222c7acaf05" providerId="ADAL" clId="{FD0145FE-1B7C-415D-B7B8-C3586BF3D1FC}" dt="2025-02-02T20:58:52.698" v="426" actId="26606"/>
          <ac:spMkLst>
            <pc:docMk/>
            <pc:sldMk cId="3940589695" sldId="276"/>
            <ac:spMk id="10" creationId="{BA2EA6A6-CD0C-4CFD-8EC2-AA44F9870331}"/>
          </ac:spMkLst>
        </pc:spChg>
        <pc:picChg chg="add del mod">
          <ac:chgData name="מגד סלאמה" userId="767647d0-5626-4b0b-8a90-e222c7acaf05" providerId="ADAL" clId="{FD0145FE-1B7C-415D-B7B8-C3586BF3D1FC}" dt="2025-02-03T14:24:35.226" v="976"/>
          <ac:picMkLst>
            <pc:docMk/>
            <pc:sldMk cId="3940589695" sldId="276"/>
            <ac:picMk id="5" creationId="{AB9F0064-8102-BA6C-019E-A0AEFE10A857}"/>
          </ac:picMkLst>
        </pc:picChg>
        <pc:picChg chg="add">
          <ac:chgData name="מגד סלאמה" userId="767647d0-5626-4b0b-8a90-e222c7acaf05" providerId="ADAL" clId="{FD0145FE-1B7C-415D-B7B8-C3586BF3D1FC}" dt="2025-02-02T20:58:52.698" v="426" actId="26606"/>
          <ac:picMkLst>
            <pc:docMk/>
            <pc:sldMk cId="3940589695" sldId="276"/>
            <ac:picMk id="7" creationId="{D3625E3D-3F2C-9889-6DF3-1A85BA4539C3}"/>
          </ac:picMkLst>
        </pc:picChg>
      </pc:sldChg>
      <pc:sldChg chg="addSp delSp add del setBg delDesignElem">
        <pc:chgData name="מגד סלאמה" userId="767647d0-5626-4b0b-8a90-e222c7acaf05" providerId="ADAL" clId="{FD0145FE-1B7C-415D-B7B8-C3586BF3D1FC}" dt="2025-02-03T22:52:52.030" v="1887"/>
        <pc:sldMkLst>
          <pc:docMk/>
          <pc:sldMk cId="984413542" sldId="277"/>
        </pc:sldMkLst>
        <pc:spChg chg="add del">
          <ac:chgData name="מגד סלאמה" userId="767647d0-5626-4b0b-8a90-e222c7acaf05" providerId="ADAL" clId="{FD0145FE-1B7C-415D-B7B8-C3586BF3D1FC}" dt="2025-02-03T22:52:52.030" v="1887"/>
          <ac:spMkLst>
            <pc:docMk/>
            <pc:sldMk cId="984413542" sldId="277"/>
            <ac:spMk id="10" creationId="{E9271C28-7496-4447-8541-7B39F5E9480A}"/>
          </ac:spMkLst>
        </pc:spChg>
      </pc:sldChg>
      <pc:sldChg chg="delSp add setBg delDesignElem">
        <pc:chgData name="מגד סלאמה" userId="767647d0-5626-4b0b-8a90-e222c7acaf05" providerId="ADAL" clId="{FD0145FE-1B7C-415D-B7B8-C3586BF3D1FC}" dt="2025-02-03T22:53:10.389" v="1892"/>
        <pc:sldMkLst>
          <pc:docMk/>
          <pc:sldMk cId="3175065285" sldId="277"/>
        </pc:sldMkLst>
        <pc:spChg chg="del">
          <ac:chgData name="מגד סלאמה" userId="767647d0-5626-4b0b-8a90-e222c7acaf05" providerId="ADAL" clId="{FD0145FE-1B7C-415D-B7B8-C3586BF3D1FC}" dt="2025-02-03T22:53:10.389" v="1892"/>
          <ac:spMkLst>
            <pc:docMk/>
            <pc:sldMk cId="3175065285" sldId="277"/>
            <ac:spMk id="10" creationId="{E9271C28-7496-4447-8541-7B39F5E9480A}"/>
          </ac:spMkLst>
        </pc:spChg>
      </pc:sldChg>
      <pc:sldChg chg="addSp delSp modSp new add del mod modTransition setBg modNotesTx">
        <pc:chgData name="מגד סלאמה" userId="767647d0-5626-4b0b-8a90-e222c7acaf05" providerId="ADAL" clId="{FD0145FE-1B7C-415D-B7B8-C3586BF3D1FC}" dt="2025-02-03T22:53:04.908" v="1889" actId="2696"/>
        <pc:sldMkLst>
          <pc:docMk/>
          <pc:sldMk cId="4021409175" sldId="277"/>
        </pc:sldMkLst>
        <pc:spChg chg="mod">
          <ac:chgData name="מגד סלאמה" userId="767647d0-5626-4b0b-8a90-e222c7acaf05" providerId="ADAL" clId="{FD0145FE-1B7C-415D-B7B8-C3586BF3D1FC}" dt="2025-02-02T20:58:26.903" v="424" actId="26606"/>
          <ac:spMkLst>
            <pc:docMk/>
            <pc:sldMk cId="4021409175" sldId="277"/>
            <ac:spMk id="2" creationId="{74A5138E-9BF6-4F51-316C-1DB5BB2DCA61}"/>
          </ac:spMkLst>
        </pc:spChg>
        <pc:spChg chg="mod">
          <ac:chgData name="מגד סלאמה" userId="767647d0-5626-4b0b-8a90-e222c7acaf05" providerId="ADAL" clId="{FD0145FE-1B7C-415D-B7B8-C3586BF3D1FC}" dt="2025-02-02T20:58:36.323" v="425" actId="120"/>
          <ac:spMkLst>
            <pc:docMk/>
            <pc:sldMk cId="4021409175" sldId="277"/>
            <ac:spMk id="3" creationId="{AE0CC567-F309-F3B5-B3C0-1D7BBEF986FF}"/>
          </ac:spMkLst>
        </pc:spChg>
        <pc:spChg chg="add">
          <ac:chgData name="מגד סלאמה" userId="767647d0-5626-4b0b-8a90-e222c7acaf05" providerId="ADAL" clId="{FD0145FE-1B7C-415D-B7B8-C3586BF3D1FC}" dt="2025-02-02T20:58:26.903" v="424" actId="26606"/>
          <ac:spMkLst>
            <pc:docMk/>
            <pc:sldMk cId="4021409175" sldId="277"/>
            <ac:spMk id="10" creationId="{E9271C28-7496-4447-8541-7B39F5E9480A}"/>
          </ac:spMkLst>
        </pc:spChg>
        <pc:picChg chg="add del mod">
          <ac:chgData name="מגד סלאמה" userId="767647d0-5626-4b0b-8a90-e222c7acaf05" providerId="ADAL" clId="{FD0145FE-1B7C-415D-B7B8-C3586BF3D1FC}" dt="2025-02-03T14:24:35.226" v="976"/>
          <ac:picMkLst>
            <pc:docMk/>
            <pc:sldMk cId="4021409175" sldId="277"/>
            <ac:picMk id="5" creationId="{A4DDBDDD-748E-DBF0-FCBB-8653AF30C859}"/>
          </ac:picMkLst>
        </pc:picChg>
        <pc:picChg chg="add">
          <ac:chgData name="מגד סלאמה" userId="767647d0-5626-4b0b-8a90-e222c7acaf05" providerId="ADAL" clId="{FD0145FE-1B7C-415D-B7B8-C3586BF3D1FC}" dt="2025-02-02T20:58:26.903" v="424" actId="26606"/>
          <ac:picMkLst>
            <pc:docMk/>
            <pc:sldMk cId="4021409175" sldId="277"/>
            <ac:picMk id="7" creationId="{FB0F5DE0-8BDF-EAFA-EF20-7A2F301E27AF}"/>
          </ac:picMkLst>
        </pc:picChg>
      </pc:sldChg>
      <pc:sldChg chg="addSp delSp modSp new del mod modTransition setBg modNotesTx">
        <pc:chgData name="מגד סלאמה" userId="767647d0-5626-4b0b-8a90-e222c7acaf05" providerId="ADAL" clId="{FD0145FE-1B7C-415D-B7B8-C3586BF3D1FC}" dt="2025-02-03T22:52:25.318" v="1881" actId="47"/>
        <pc:sldMkLst>
          <pc:docMk/>
          <pc:sldMk cId="430816485" sldId="278"/>
        </pc:sldMkLst>
        <pc:spChg chg="mod">
          <ac:chgData name="מגד סלאמה" userId="767647d0-5626-4b0b-8a90-e222c7acaf05" providerId="ADAL" clId="{FD0145FE-1B7C-415D-B7B8-C3586BF3D1FC}" dt="2025-02-02T20:59:46.398" v="432" actId="26606"/>
          <ac:spMkLst>
            <pc:docMk/>
            <pc:sldMk cId="430816485" sldId="278"/>
            <ac:spMk id="2" creationId="{C239C0B5-2127-8714-BCFD-E122D22E8604}"/>
          </ac:spMkLst>
        </pc:spChg>
        <pc:spChg chg="mod ord">
          <ac:chgData name="מגד סלאמה" userId="767647d0-5626-4b0b-8a90-e222c7acaf05" providerId="ADAL" clId="{FD0145FE-1B7C-415D-B7B8-C3586BF3D1FC}" dt="2025-02-03T20:57:58.302" v="1052" actId="5793"/>
          <ac:spMkLst>
            <pc:docMk/>
            <pc:sldMk cId="430816485" sldId="278"/>
            <ac:spMk id="3" creationId="{317CF558-88BB-F073-8A36-58E2E814BD3D}"/>
          </ac:spMkLst>
        </pc:spChg>
        <pc:spChg chg="add del">
          <ac:chgData name="מגד סלאמה" userId="767647d0-5626-4b0b-8a90-e222c7acaf05" providerId="ADAL" clId="{FD0145FE-1B7C-415D-B7B8-C3586BF3D1FC}" dt="2025-02-02T20:59:46.398" v="432" actId="26606"/>
          <ac:spMkLst>
            <pc:docMk/>
            <pc:sldMk cId="430816485" sldId="278"/>
            <ac:spMk id="10" creationId="{B086532B-5A3E-44A5-A0C2-22A0DB316C40}"/>
          </ac:spMkLst>
        </pc:spChg>
        <pc:spChg chg="add">
          <ac:chgData name="מגד סלאמה" userId="767647d0-5626-4b0b-8a90-e222c7acaf05" providerId="ADAL" clId="{FD0145FE-1B7C-415D-B7B8-C3586BF3D1FC}" dt="2025-02-02T20:59:46.398" v="432" actId="26606"/>
          <ac:spMkLst>
            <pc:docMk/>
            <pc:sldMk cId="430816485" sldId="278"/>
            <ac:spMk id="15" creationId="{0007E606-BF14-4D30-A51F-0442F7656A40}"/>
          </ac:spMkLst>
        </pc:spChg>
        <pc:picChg chg="add del mod">
          <ac:chgData name="מגד סלאמה" userId="767647d0-5626-4b0b-8a90-e222c7acaf05" providerId="ADAL" clId="{FD0145FE-1B7C-415D-B7B8-C3586BF3D1FC}" dt="2025-02-03T14:24:35.226" v="976"/>
          <ac:picMkLst>
            <pc:docMk/>
            <pc:sldMk cId="430816485" sldId="278"/>
            <ac:picMk id="5" creationId="{2967F94D-08BF-D3EC-03EF-A31210E27D99}"/>
          </ac:picMkLst>
        </pc:picChg>
        <pc:picChg chg="add mod">
          <ac:chgData name="מגד סלאמה" userId="767647d0-5626-4b0b-8a90-e222c7acaf05" providerId="ADAL" clId="{FD0145FE-1B7C-415D-B7B8-C3586BF3D1FC}" dt="2025-02-02T20:59:46.398" v="432" actId="26606"/>
          <ac:picMkLst>
            <pc:docMk/>
            <pc:sldMk cId="430816485" sldId="278"/>
            <ac:picMk id="7" creationId="{8CDC7094-4E6A-E491-A226-46A99AD33CE5}"/>
          </ac:picMkLst>
        </pc:picChg>
      </pc:sldChg>
      <pc:sldChg chg="addSp delSp modSp new mod modTransition setBg modNotesTx">
        <pc:chgData name="מגד סלאמה" userId="767647d0-5626-4b0b-8a90-e222c7acaf05" providerId="ADAL" clId="{FD0145FE-1B7C-415D-B7B8-C3586BF3D1FC}" dt="2025-02-03T14:24:35.226" v="976"/>
        <pc:sldMkLst>
          <pc:docMk/>
          <pc:sldMk cId="1284762354" sldId="279"/>
        </pc:sldMkLst>
        <pc:spChg chg="mod">
          <ac:chgData name="מגד סלאמה" userId="767647d0-5626-4b0b-8a90-e222c7acaf05" providerId="ADAL" clId="{FD0145FE-1B7C-415D-B7B8-C3586BF3D1FC}" dt="2025-02-02T21:18:46.634" v="529" actId="26606"/>
          <ac:spMkLst>
            <pc:docMk/>
            <pc:sldMk cId="1284762354" sldId="279"/>
            <ac:spMk id="2" creationId="{CDBBDBB9-CA50-870D-8D3F-33DA11990628}"/>
          </ac:spMkLst>
        </pc:spChg>
        <pc:spChg chg="del mod">
          <ac:chgData name="מגד סלאמה" userId="767647d0-5626-4b0b-8a90-e222c7acaf05" providerId="ADAL" clId="{FD0145FE-1B7C-415D-B7B8-C3586BF3D1FC}" dt="2025-02-02T21:18:31.095" v="528"/>
          <ac:spMkLst>
            <pc:docMk/>
            <pc:sldMk cId="1284762354" sldId="279"/>
            <ac:spMk id="3" creationId="{87EF4EE5-0E28-63F0-99E2-CE0282E3AE77}"/>
          </ac:spMkLst>
        </pc:spChg>
        <pc:spChg chg="add">
          <ac:chgData name="מגד סלאמה" userId="767647d0-5626-4b0b-8a90-e222c7acaf05" providerId="ADAL" clId="{FD0145FE-1B7C-415D-B7B8-C3586BF3D1FC}" dt="2025-02-02T21:18:46.634" v="529" actId="26606"/>
          <ac:spMkLst>
            <pc:docMk/>
            <pc:sldMk cId="1284762354" sldId="279"/>
            <ac:spMk id="9" creationId="{79CBD3C9-4E66-426D-948E-7CF4778107E8}"/>
          </ac:spMkLst>
        </pc:spChg>
        <pc:spChg chg="add">
          <ac:chgData name="מגד סלאמה" userId="767647d0-5626-4b0b-8a90-e222c7acaf05" providerId="ADAL" clId="{FD0145FE-1B7C-415D-B7B8-C3586BF3D1FC}" dt="2025-02-02T21:18:46.634" v="529" actId="26606"/>
          <ac:spMkLst>
            <pc:docMk/>
            <pc:sldMk cId="1284762354" sldId="279"/>
            <ac:spMk id="11" creationId="{DDB95FCF-AD96-482F-9FB8-CD95725E6EFF}"/>
          </ac:spMkLst>
        </pc:spChg>
        <pc:spChg chg="add">
          <ac:chgData name="מגד סלאמה" userId="767647d0-5626-4b0b-8a90-e222c7acaf05" providerId="ADAL" clId="{FD0145FE-1B7C-415D-B7B8-C3586BF3D1FC}" dt="2025-02-02T21:18:46.634" v="529" actId="26606"/>
          <ac:spMkLst>
            <pc:docMk/>
            <pc:sldMk cId="1284762354" sldId="279"/>
            <ac:spMk id="15" creationId="{2ED84DD6-8A68-4994-8094-8DDBE89BF353}"/>
          </ac:spMkLst>
        </pc:spChg>
        <pc:spChg chg="add">
          <ac:chgData name="מגד סלאמה" userId="767647d0-5626-4b0b-8a90-e222c7acaf05" providerId="ADAL" clId="{FD0145FE-1B7C-415D-B7B8-C3586BF3D1FC}" dt="2025-02-02T21:18:46.634" v="529" actId="26606"/>
          <ac:spMkLst>
            <pc:docMk/>
            <pc:sldMk cId="1284762354" sldId="279"/>
            <ac:spMk id="17" creationId="{176049D7-366E-4AC9-B689-460CC28F8E70}"/>
          </ac:spMkLst>
        </pc:spChg>
        <pc:spChg chg="add">
          <ac:chgData name="מגד סלאמה" userId="767647d0-5626-4b0b-8a90-e222c7acaf05" providerId="ADAL" clId="{FD0145FE-1B7C-415D-B7B8-C3586BF3D1FC}" dt="2025-02-02T21:18:46.634" v="529" actId="26606"/>
          <ac:spMkLst>
            <pc:docMk/>
            <pc:sldMk cId="1284762354" sldId="279"/>
            <ac:spMk id="21" creationId="{4AD45A04-4150-4943-BB06-EEEDDD73BFCE}"/>
          </ac:spMkLst>
        </pc:spChg>
        <pc:picChg chg="add mod">
          <ac:chgData name="מגד סלאמה" userId="767647d0-5626-4b0b-8a90-e222c7acaf05" providerId="ADAL" clId="{FD0145FE-1B7C-415D-B7B8-C3586BF3D1FC}" dt="2025-02-02T21:18:57.548" v="532" actId="14100"/>
          <ac:picMkLst>
            <pc:docMk/>
            <pc:sldMk cId="1284762354" sldId="279"/>
            <ac:picMk id="4" creationId="{B19AD66C-B34E-181B-CC86-FF4694D7C23F}"/>
          </ac:picMkLst>
        </pc:picChg>
        <pc:picChg chg="add del mod">
          <ac:chgData name="מגד סלאמה" userId="767647d0-5626-4b0b-8a90-e222c7acaf05" providerId="ADAL" clId="{FD0145FE-1B7C-415D-B7B8-C3586BF3D1FC}" dt="2025-02-03T14:24:35.226" v="976"/>
          <ac:picMkLst>
            <pc:docMk/>
            <pc:sldMk cId="1284762354" sldId="279"/>
            <ac:picMk id="5" creationId="{E567E458-E518-710D-319F-FD16A3AD6502}"/>
          </ac:picMkLst>
        </pc:picChg>
        <pc:cxnChg chg="add">
          <ac:chgData name="מגד סלאמה" userId="767647d0-5626-4b0b-8a90-e222c7acaf05" providerId="ADAL" clId="{FD0145FE-1B7C-415D-B7B8-C3586BF3D1FC}" dt="2025-02-02T21:18:46.634" v="529" actId="26606"/>
          <ac:cxnSpMkLst>
            <pc:docMk/>
            <pc:sldMk cId="1284762354" sldId="279"/>
            <ac:cxnSpMk id="13" creationId="{64EEEC00-AD80-4734-BEE6-04CBDEC830C9}"/>
          </ac:cxnSpMkLst>
        </pc:cxnChg>
        <pc:cxnChg chg="add">
          <ac:chgData name="מגד סלאמה" userId="767647d0-5626-4b0b-8a90-e222c7acaf05" providerId="ADAL" clId="{FD0145FE-1B7C-415D-B7B8-C3586BF3D1FC}" dt="2025-02-02T21:18:46.634" v="529" actId="26606"/>
          <ac:cxnSpMkLst>
            <pc:docMk/>
            <pc:sldMk cId="1284762354" sldId="279"/>
            <ac:cxnSpMk id="19" creationId="{BC9E91F8-C4AE-4EB0-8B76-FF3F3FC7183D}"/>
          </ac:cxnSpMkLst>
        </pc:cxnChg>
      </pc:sldChg>
      <pc:sldChg chg="addSp delSp modSp new add del mod modTransition setBg addAnim delAnim">
        <pc:chgData name="מגד סלאמה" userId="767647d0-5626-4b0b-8a90-e222c7acaf05" providerId="ADAL" clId="{FD0145FE-1B7C-415D-B7B8-C3586BF3D1FC}" dt="2025-02-03T22:52:56.296" v="1888" actId="2696"/>
        <pc:sldMkLst>
          <pc:docMk/>
          <pc:sldMk cId="24594272" sldId="280"/>
        </pc:sldMkLst>
        <pc:spChg chg="mod ord">
          <ac:chgData name="מגד סלאמה" userId="767647d0-5626-4b0b-8a90-e222c7acaf05" providerId="ADAL" clId="{FD0145FE-1B7C-415D-B7B8-C3586BF3D1FC}" dt="2025-02-03T14:21:03.578" v="937" actId="26606"/>
          <ac:spMkLst>
            <pc:docMk/>
            <pc:sldMk cId="24594272" sldId="280"/>
            <ac:spMk id="2" creationId="{EBD0A5F6-D90F-B7AC-4846-F038FBBB5E3F}"/>
          </ac:spMkLst>
        </pc:spChg>
        <pc:spChg chg="add del">
          <ac:chgData name="מגד סלאמה" userId="767647d0-5626-4b0b-8a90-e222c7acaf05" providerId="ADAL" clId="{FD0145FE-1B7C-415D-B7B8-C3586BF3D1FC}" dt="2025-02-02T21:03:32.467" v="489" actId="26606"/>
          <ac:spMkLst>
            <pc:docMk/>
            <pc:sldMk cId="24594272" sldId="280"/>
            <ac:spMk id="9" creationId="{79CBD3C9-4E66-426D-948E-7CF4778107E8}"/>
          </ac:spMkLst>
        </pc:spChg>
        <pc:spChg chg="add del">
          <ac:chgData name="מגד סלאמה" userId="767647d0-5626-4b0b-8a90-e222c7acaf05" providerId="ADAL" clId="{FD0145FE-1B7C-415D-B7B8-C3586BF3D1FC}" dt="2025-02-02T21:03:32.467" v="489" actId="26606"/>
          <ac:spMkLst>
            <pc:docMk/>
            <pc:sldMk cId="24594272" sldId="280"/>
            <ac:spMk id="11" creationId="{DDB95FCF-AD96-482F-9FB8-CD95725E6EFF}"/>
          </ac:spMkLst>
        </pc:spChg>
        <pc:spChg chg="add del">
          <ac:chgData name="מגד סלאמה" userId="767647d0-5626-4b0b-8a90-e222c7acaf05" providerId="ADAL" clId="{FD0145FE-1B7C-415D-B7B8-C3586BF3D1FC}" dt="2025-02-02T21:03:32.467" v="489" actId="26606"/>
          <ac:spMkLst>
            <pc:docMk/>
            <pc:sldMk cId="24594272" sldId="280"/>
            <ac:spMk id="15" creationId="{6C9CCC80-7A96-41CB-8626-BBA75D236F1B}"/>
          </ac:spMkLst>
        </pc:spChg>
        <pc:spChg chg="add del">
          <ac:chgData name="מגד סלאמה" userId="767647d0-5626-4b0b-8a90-e222c7acaf05" providerId="ADAL" clId="{FD0145FE-1B7C-415D-B7B8-C3586BF3D1FC}" dt="2025-02-03T14:13:22.796" v="860" actId="26606"/>
          <ac:spMkLst>
            <pc:docMk/>
            <pc:sldMk cId="24594272" sldId="280"/>
            <ac:spMk id="20" creationId="{79CBD3C9-4E66-426D-948E-7CF4778107E8}"/>
          </ac:spMkLst>
        </pc:spChg>
        <pc:spChg chg="add del">
          <ac:chgData name="מגד סלאמה" userId="767647d0-5626-4b0b-8a90-e222c7acaf05" providerId="ADAL" clId="{FD0145FE-1B7C-415D-B7B8-C3586BF3D1FC}" dt="2025-02-03T14:13:22.796" v="860" actId="26606"/>
          <ac:spMkLst>
            <pc:docMk/>
            <pc:sldMk cId="24594272" sldId="280"/>
            <ac:spMk id="21" creationId="{4AD45A04-4150-4943-BB06-EEEDDD73BFCE}"/>
          </ac:spMkLst>
        </pc:spChg>
        <pc:spChg chg="add del">
          <ac:chgData name="מגד סלאמה" userId="767647d0-5626-4b0b-8a90-e222c7acaf05" providerId="ADAL" clId="{FD0145FE-1B7C-415D-B7B8-C3586BF3D1FC}" dt="2025-02-03T14:13:22.796" v="860" actId="26606"/>
          <ac:spMkLst>
            <pc:docMk/>
            <pc:sldMk cId="24594272" sldId="280"/>
            <ac:spMk id="22" creationId="{DDB95FCF-AD96-482F-9FB8-CD95725E6EFF}"/>
          </ac:spMkLst>
        </pc:spChg>
        <pc:spChg chg="add del">
          <ac:chgData name="מגד סלאמה" userId="767647d0-5626-4b0b-8a90-e222c7acaf05" providerId="ADAL" clId="{FD0145FE-1B7C-415D-B7B8-C3586BF3D1FC}" dt="2025-02-03T14:13:22.796" v="860" actId="26606"/>
          <ac:spMkLst>
            <pc:docMk/>
            <pc:sldMk cId="24594272" sldId="280"/>
            <ac:spMk id="24" creationId="{2ED84DD6-8A68-4994-8094-8DDBE89BF353}"/>
          </ac:spMkLst>
        </pc:spChg>
        <pc:spChg chg="add del">
          <ac:chgData name="מגד סלאמה" userId="767647d0-5626-4b0b-8a90-e222c7acaf05" providerId="ADAL" clId="{FD0145FE-1B7C-415D-B7B8-C3586BF3D1FC}" dt="2025-02-03T14:13:22.796" v="860" actId="26606"/>
          <ac:spMkLst>
            <pc:docMk/>
            <pc:sldMk cId="24594272" sldId="280"/>
            <ac:spMk id="25" creationId="{176049D7-366E-4AC9-B689-460CC28F8E70}"/>
          </ac:spMkLst>
        </pc:spChg>
        <pc:spChg chg="add del">
          <ac:chgData name="מגד סלאמה" userId="767647d0-5626-4b0b-8a90-e222c7acaf05" providerId="ADAL" clId="{FD0145FE-1B7C-415D-B7B8-C3586BF3D1FC}" dt="2025-02-03T14:13:16.375" v="855" actId="26606"/>
          <ac:spMkLst>
            <pc:docMk/>
            <pc:sldMk cId="24594272" sldId="280"/>
            <ac:spMk id="30" creationId="{809C0BCD-BEE9-423F-A51C-BCCD8E5EAADA}"/>
          </ac:spMkLst>
        </pc:spChg>
        <pc:spChg chg="add del">
          <ac:chgData name="מגד סלאמה" userId="767647d0-5626-4b0b-8a90-e222c7acaf05" providerId="ADAL" clId="{FD0145FE-1B7C-415D-B7B8-C3586BF3D1FC}" dt="2025-02-03T14:13:16.375" v="855" actId="26606"/>
          <ac:spMkLst>
            <pc:docMk/>
            <pc:sldMk cId="24594272" sldId="280"/>
            <ac:spMk id="32" creationId="{9998D094-42B2-42BA-AA14-E8FBE073A5D8}"/>
          </ac:spMkLst>
        </pc:spChg>
        <pc:spChg chg="add del">
          <ac:chgData name="מגד סלאמה" userId="767647d0-5626-4b0b-8a90-e222c7acaf05" providerId="ADAL" clId="{FD0145FE-1B7C-415D-B7B8-C3586BF3D1FC}" dt="2025-02-03T14:13:16.375" v="855" actId="26606"/>
          <ac:spMkLst>
            <pc:docMk/>
            <pc:sldMk cId="24594272" sldId="280"/>
            <ac:spMk id="36" creationId="{F7726A94-1EF0-4D91-B7BF-C033E3D6E51B}"/>
          </ac:spMkLst>
        </pc:spChg>
        <pc:spChg chg="add del">
          <ac:chgData name="מגד סלאמה" userId="767647d0-5626-4b0b-8a90-e222c7acaf05" providerId="ADAL" clId="{FD0145FE-1B7C-415D-B7B8-C3586BF3D1FC}" dt="2025-02-03T14:13:16.375" v="855" actId="26606"/>
          <ac:spMkLst>
            <pc:docMk/>
            <pc:sldMk cId="24594272" sldId="280"/>
            <ac:spMk id="40" creationId="{24FB4153-1E3E-4AE9-8306-E8C292894B04}"/>
          </ac:spMkLst>
        </pc:spChg>
        <pc:spChg chg="add del">
          <ac:chgData name="מגד סלאמה" userId="767647d0-5626-4b0b-8a90-e222c7acaf05" providerId="ADAL" clId="{FD0145FE-1B7C-415D-B7B8-C3586BF3D1FC}" dt="2025-02-03T14:13:18.663" v="857" actId="26606"/>
          <ac:spMkLst>
            <pc:docMk/>
            <pc:sldMk cId="24594272" sldId="280"/>
            <ac:spMk id="42" creationId="{B5D0D97D-7911-4A25-88E2-4D81FD4AB294}"/>
          </ac:spMkLst>
        </pc:spChg>
        <pc:spChg chg="add del">
          <ac:chgData name="מגד סלאמה" userId="767647d0-5626-4b0b-8a90-e222c7acaf05" providerId="ADAL" clId="{FD0145FE-1B7C-415D-B7B8-C3586BF3D1FC}" dt="2025-02-03T14:13:18.663" v="857" actId="26606"/>
          <ac:spMkLst>
            <pc:docMk/>
            <pc:sldMk cId="24594272" sldId="280"/>
            <ac:spMk id="43" creationId="{809C0BCD-BEE9-423F-A51C-BCCD8E5EAADA}"/>
          </ac:spMkLst>
        </pc:spChg>
        <pc:spChg chg="add del">
          <ac:chgData name="מגד סלאמה" userId="767647d0-5626-4b0b-8a90-e222c7acaf05" providerId="ADAL" clId="{FD0145FE-1B7C-415D-B7B8-C3586BF3D1FC}" dt="2025-02-03T14:13:18.663" v="857" actId="26606"/>
          <ac:spMkLst>
            <pc:docMk/>
            <pc:sldMk cId="24594272" sldId="280"/>
            <ac:spMk id="44" creationId="{9998D094-42B2-42BA-AA14-E8FBE073A5D8}"/>
          </ac:spMkLst>
        </pc:spChg>
        <pc:spChg chg="add del">
          <ac:chgData name="מגד סלאמה" userId="767647d0-5626-4b0b-8a90-e222c7acaf05" providerId="ADAL" clId="{FD0145FE-1B7C-415D-B7B8-C3586BF3D1FC}" dt="2025-02-03T14:13:18.663" v="857" actId="26606"/>
          <ac:spMkLst>
            <pc:docMk/>
            <pc:sldMk cId="24594272" sldId="280"/>
            <ac:spMk id="46" creationId="{63FE6F10-B3AD-4403-94CA-F5115528699D}"/>
          </ac:spMkLst>
        </pc:spChg>
        <pc:spChg chg="add del">
          <ac:chgData name="מגד סלאמה" userId="767647d0-5626-4b0b-8a90-e222c7acaf05" providerId="ADAL" clId="{FD0145FE-1B7C-415D-B7B8-C3586BF3D1FC}" dt="2025-02-03T14:13:18.663" v="857" actId="26606"/>
          <ac:spMkLst>
            <pc:docMk/>
            <pc:sldMk cId="24594272" sldId="280"/>
            <ac:spMk id="47" creationId="{364D6A39-A4F7-4B00-9F42-3BC67177DB1F}"/>
          </ac:spMkLst>
        </pc:spChg>
        <pc:spChg chg="add del">
          <ac:chgData name="מגד סלאמה" userId="767647d0-5626-4b0b-8a90-e222c7acaf05" providerId="ADAL" clId="{FD0145FE-1B7C-415D-B7B8-C3586BF3D1FC}" dt="2025-02-03T14:13:22.780" v="859" actId="26606"/>
          <ac:spMkLst>
            <pc:docMk/>
            <pc:sldMk cId="24594272" sldId="280"/>
            <ac:spMk id="50" creationId="{809C0BCD-BEE9-423F-A51C-BCCD8E5EAADA}"/>
          </ac:spMkLst>
        </pc:spChg>
        <pc:spChg chg="add del">
          <ac:chgData name="מגד סלאמה" userId="767647d0-5626-4b0b-8a90-e222c7acaf05" providerId="ADAL" clId="{FD0145FE-1B7C-415D-B7B8-C3586BF3D1FC}" dt="2025-02-03T14:13:22.780" v="859" actId="26606"/>
          <ac:spMkLst>
            <pc:docMk/>
            <pc:sldMk cId="24594272" sldId="280"/>
            <ac:spMk id="51" creationId="{9998D094-42B2-42BA-AA14-E8FBE073A5D8}"/>
          </ac:spMkLst>
        </pc:spChg>
        <pc:spChg chg="add del">
          <ac:chgData name="מגד סלאמה" userId="767647d0-5626-4b0b-8a90-e222c7acaf05" providerId="ADAL" clId="{FD0145FE-1B7C-415D-B7B8-C3586BF3D1FC}" dt="2025-02-03T14:13:22.780" v="859" actId="26606"/>
          <ac:spMkLst>
            <pc:docMk/>
            <pc:sldMk cId="24594272" sldId="280"/>
            <ac:spMk id="53" creationId="{04BCB9E2-CEA3-4AED-BDAC-BFD45CE9C026}"/>
          </ac:spMkLst>
        </pc:spChg>
        <pc:spChg chg="add del">
          <ac:chgData name="מגד סלאמה" userId="767647d0-5626-4b0b-8a90-e222c7acaf05" providerId="ADAL" clId="{FD0145FE-1B7C-415D-B7B8-C3586BF3D1FC}" dt="2025-02-03T14:13:22.780" v="859" actId="26606"/>
          <ac:spMkLst>
            <pc:docMk/>
            <pc:sldMk cId="24594272" sldId="280"/>
            <ac:spMk id="54" creationId="{9E92B39E-F855-499B-BD7E-36BAB93A9737}"/>
          </ac:spMkLst>
        </pc:spChg>
        <pc:spChg chg="add del">
          <ac:chgData name="מגד סלאמה" userId="767647d0-5626-4b0b-8a90-e222c7acaf05" providerId="ADAL" clId="{FD0145FE-1B7C-415D-B7B8-C3586BF3D1FC}" dt="2025-02-03T14:13:22.780" v="859" actId="26606"/>
          <ac:spMkLst>
            <pc:docMk/>
            <pc:sldMk cId="24594272" sldId="280"/>
            <ac:spMk id="56" creationId="{F294E8CF-7744-4206-9889-C122C30E834C}"/>
          </ac:spMkLst>
        </pc:spChg>
        <pc:spChg chg="add del">
          <ac:chgData name="מגד סלאמה" userId="767647d0-5626-4b0b-8a90-e222c7acaf05" providerId="ADAL" clId="{FD0145FE-1B7C-415D-B7B8-C3586BF3D1FC}" dt="2025-02-03T14:17:57.386" v="919" actId="26606"/>
          <ac:spMkLst>
            <pc:docMk/>
            <pc:sldMk cId="24594272" sldId="280"/>
            <ac:spMk id="58" creationId="{809C0BCD-BEE9-423F-A51C-BCCD8E5EAADA}"/>
          </ac:spMkLst>
        </pc:spChg>
        <pc:spChg chg="add del">
          <ac:chgData name="מגד סלאמה" userId="767647d0-5626-4b0b-8a90-e222c7acaf05" providerId="ADAL" clId="{FD0145FE-1B7C-415D-B7B8-C3586BF3D1FC}" dt="2025-02-03T14:17:57.386" v="919" actId="26606"/>
          <ac:spMkLst>
            <pc:docMk/>
            <pc:sldMk cId="24594272" sldId="280"/>
            <ac:spMk id="59" creationId="{9998D094-42B2-42BA-AA14-E8FBE073A5D8}"/>
          </ac:spMkLst>
        </pc:spChg>
        <pc:spChg chg="add del">
          <ac:chgData name="מגד סלאמה" userId="767647d0-5626-4b0b-8a90-e222c7acaf05" providerId="ADAL" clId="{FD0145FE-1B7C-415D-B7B8-C3586BF3D1FC}" dt="2025-02-03T14:17:57.386" v="919" actId="26606"/>
          <ac:spMkLst>
            <pc:docMk/>
            <pc:sldMk cId="24594272" sldId="280"/>
            <ac:spMk id="61" creationId="{63FE6F10-B3AD-4403-94CA-F5115528699D}"/>
          </ac:spMkLst>
        </pc:spChg>
        <pc:spChg chg="add del">
          <ac:chgData name="מגד סלאמה" userId="767647d0-5626-4b0b-8a90-e222c7acaf05" providerId="ADAL" clId="{FD0145FE-1B7C-415D-B7B8-C3586BF3D1FC}" dt="2025-02-03T14:17:57.386" v="919" actId="26606"/>
          <ac:spMkLst>
            <pc:docMk/>
            <pc:sldMk cId="24594272" sldId="280"/>
            <ac:spMk id="62" creationId="{364D6A39-A4F7-4B00-9F42-3BC67177DB1F}"/>
          </ac:spMkLst>
        </pc:spChg>
        <pc:spChg chg="add del">
          <ac:chgData name="מגד סלאמה" userId="767647d0-5626-4b0b-8a90-e222c7acaf05" providerId="ADAL" clId="{FD0145FE-1B7C-415D-B7B8-C3586BF3D1FC}" dt="2025-02-03T14:17:57.386" v="919" actId="26606"/>
          <ac:spMkLst>
            <pc:docMk/>
            <pc:sldMk cId="24594272" sldId="280"/>
            <ac:spMk id="64" creationId="{B5D0D97D-7911-4A25-88E2-4D81FD4AB294}"/>
          </ac:spMkLst>
        </pc:spChg>
        <pc:spChg chg="add del">
          <ac:chgData name="מגד סלאמה" userId="767647d0-5626-4b0b-8a90-e222c7acaf05" providerId="ADAL" clId="{FD0145FE-1B7C-415D-B7B8-C3586BF3D1FC}" dt="2025-02-03T14:17:57.370" v="918" actId="26606"/>
          <ac:spMkLst>
            <pc:docMk/>
            <pc:sldMk cId="24594272" sldId="280"/>
            <ac:spMk id="66" creationId="{79CBD3C9-4E66-426D-948E-7CF4778107E8}"/>
          </ac:spMkLst>
        </pc:spChg>
        <pc:spChg chg="add del">
          <ac:chgData name="מגד סלאמה" userId="767647d0-5626-4b0b-8a90-e222c7acaf05" providerId="ADAL" clId="{FD0145FE-1B7C-415D-B7B8-C3586BF3D1FC}" dt="2025-02-03T14:17:57.370" v="918" actId="26606"/>
          <ac:spMkLst>
            <pc:docMk/>
            <pc:sldMk cId="24594272" sldId="280"/>
            <ac:spMk id="67" creationId="{DDB95FCF-AD96-482F-9FB8-CD95725E6EFF}"/>
          </ac:spMkLst>
        </pc:spChg>
        <pc:spChg chg="add del">
          <ac:chgData name="מגד סלאמה" userId="767647d0-5626-4b0b-8a90-e222c7acaf05" providerId="ADAL" clId="{FD0145FE-1B7C-415D-B7B8-C3586BF3D1FC}" dt="2025-02-03T14:16:14.446" v="905" actId="26606"/>
          <ac:spMkLst>
            <pc:docMk/>
            <pc:sldMk cId="24594272" sldId="280"/>
            <ac:spMk id="69" creationId="{79CBD3C9-4E66-426D-948E-7CF4778107E8}"/>
          </ac:spMkLst>
        </pc:spChg>
        <pc:spChg chg="add del">
          <ac:chgData name="מגד סלאמה" userId="767647d0-5626-4b0b-8a90-e222c7acaf05" providerId="ADAL" clId="{FD0145FE-1B7C-415D-B7B8-C3586BF3D1FC}" dt="2025-02-03T14:16:14.446" v="905" actId="26606"/>
          <ac:spMkLst>
            <pc:docMk/>
            <pc:sldMk cId="24594272" sldId="280"/>
            <ac:spMk id="71" creationId="{DDB95FCF-AD96-482F-9FB8-CD95725E6EFF}"/>
          </ac:spMkLst>
        </pc:spChg>
        <pc:spChg chg="add del">
          <ac:chgData name="מגד סלאמה" userId="767647d0-5626-4b0b-8a90-e222c7acaf05" providerId="ADAL" clId="{FD0145FE-1B7C-415D-B7B8-C3586BF3D1FC}" dt="2025-02-03T14:17:57.370" v="918" actId="26606"/>
          <ac:spMkLst>
            <pc:docMk/>
            <pc:sldMk cId="24594272" sldId="280"/>
            <ac:spMk id="72" creationId="{6C9CCC80-7A96-41CB-8626-BBA75D236F1B}"/>
          </ac:spMkLst>
        </pc:spChg>
        <pc:spChg chg="add del">
          <ac:chgData name="מגד סלאמה" userId="767647d0-5626-4b0b-8a90-e222c7acaf05" providerId="ADAL" clId="{FD0145FE-1B7C-415D-B7B8-C3586BF3D1FC}" dt="2025-02-03T14:16:14.446" v="905" actId="26606"/>
          <ac:spMkLst>
            <pc:docMk/>
            <pc:sldMk cId="24594272" sldId="280"/>
            <ac:spMk id="75" creationId="{6C9CCC80-7A96-41CB-8626-BBA75D236F1B}"/>
          </ac:spMkLst>
        </pc:spChg>
        <pc:spChg chg="add del">
          <ac:chgData name="מגד סלאמה" userId="767647d0-5626-4b0b-8a90-e222c7acaf05" providerId="ADAL" clId="{FD0145FE-1B7C-415D-B7B8-C3586BF3D1FC}" dt="2025-02-03T14:16:12.482" v="900" actId="26606"/>
          <ac:spMkLst>
            <pc:docMk/>
            <pc:sldMk cId="24594272" sldId="280"/>
            <ac:spMk id="82" creationId="{79CBD3C9-4E66-426D-948E-7CF4778107E8}"/>
          </ac:spMkLst>
        </pc:spChg>
        <pc:spChg chg="add del">
          <ac:chgData name="מגד סלאמה" userId="767647d0-5626-4b0b-8a90-e222c7acaf05" providerId="ADAL" clId="{FD0145FE-1B7C-415D-B7B8-C3586BF3D1FC}" dt="2025-02-03T14:18:16.069" v="924" actId="26606"/>
          <ac:spMkLst>
            <pc:docMk/>
            <pc:sldMk cId="24594272" sldId="280"/>
            <ac:spMk id="83" creationId="{44D330D6-5765-4B60-A01C-C0E4DE444E4C}"/>
          </ac:spMkLst>
        </pc:spChg>
        <pc:spChg chg="add del">
          <ac:chgData name="מגד סלאמה" userId="767647d0-5626-4b0b-8a90-e222c7acaf05" providerId="ADAL" clId="{FD0145FE-1B7C-415D-B7B8-C3586BF3D1FC}" dt="2025-02-03T14:16:12.482" v="900" actId="26606"/>
          <ac:spMkLst>
            <pc:docMk/>
            <pc:sldMk cId="24594272" sldId="280"/>
            <ac:spMk id="84" creationId="{DDB95FCF-AD96-482F-9FB8-CD95725E6EFF}"/>
          </ac:spMkLst>
        </pc:spChg>
        <pc:spChg chg="add del">
          <ac:chgData name="מגד סלאמה" userId="767647d0-5626-4b0b-8a90-e222c7acaf05" providerId="ADAL" clId="{FD0145FE-1B7C-415D-B7B8-C3586BF3D1FC}" dt="2025-02-03T14:18:16.069" v="924" actId="26606"/>
          <ac:spMkLst>
            <pc:docMk/>
            <pc:sldMk cId="24594272" sldId="280"/>
            <ac:spMk id="85" creationId="{79CBD3C9-4E66-426D-948E-7CF4778107E8}"/>
          </ac:spMkLst>
        </pc:spChg>
        <pc:spChg chg="add del">
          <ac:chgData name="מגד סלאמה" userId="767647d0-5626-4b0b-8a90-e222c7acaf05" providerId="ADAL" clId="{FD0145FE-1B7C-415D-B7B8-C3586BF3D1FC}" dt="2025-02-03T14:18:16.069" v="924" actId="26606"/>
          <ac:spMkLst>
            <pc:docMk/>
            <pc:sldMk cId="24594272" sldId="280"/>
            <ac:spMk id="87" creationId="{DDB95FCF-AD96-482F-9FB8-CD95725E6EFF}"/>
          </ac:spMkLst>
        </pc:spChg>
        <pc:spChg chg="add del">
          <ac:chgData name="מגד סלאמה" userId="767647d0-5626-4b0b-8a90-e222c7acaf05" providerId="ADAL" clId="{FD0145FE-1B7C-415D-B7B8-C3586BF3D1FC}" dt="2025-02-03T14:16:12.482" v="900" actId="26606"/>
          <ac:spMkLst>
            <pc:docMk/>
            <pc:sldMk cId="24594272" sldId="280"/>
            <ac:spMk id="88" creationId="{6C9CCC80-7A96-41CB-8626-BBA75D236F1B}"/>
          </ac:spMkLst>
        </pc:spChg>
        <pc:spChg chg="add del">
          <ac:chgData name="מגד סלאמה" userId="767647d0-5626-4b0b-8a90-e222c7acaf05" providerId="ADAL" clId="{FD0145FE-1B7C-415D-B7B8-C3586BF3D1FC}" dt="2025-02-03T14:18:16.069" v="924" actId="26606"/>
          <ac:spMkLst>
            <pc:docMk/>
            <pc:sldMk cId="24594272" sldId="280"/>
            <ac:spMk id="91" creationId="{6EF21389-A1DE-4EF4-BA43-0D21F5EFA900}"/>
          </ac:spMkLst>
        </pc:spChg>
        <pc:spChg chg="add del">
          <ac:chgData name="מגד סלאמה" userId="767647d0-5626-4b0b-8a90-e222c7acaf05" providerId="ADAL" clId="{FD0145FE-1B7C-415D-B7B8-C3586BF3D1FC}" dt="2025-02-03T14:18:16.069" v="924" actId="26606"/>
          <ac:spMkLst>
            <pc:docMk/>
            <pc:sldMk cId="24594272" sldId="280"/>
            <ac:spMk id="92" creationId="{9FFFEF6E-0CEE-4323-A07F-58FDA5E06A4D}"/>
          </ac:spMkLst>
        </pc:spChg>
        <pc:spChg chg="add del">
          <ac:chgData name="מגד סלאמה" userId="767647d0-5626-4b0b-8a90-e222c7acaf05" providerId="ADAL" clId="{FD0145FE-1B7C-415D-B7B8-C3586BF3D1FC}" dt="2025-02-03T14:16:11.633" v="898" actId="26606"/>
          <ac:spMkLst>
            <pc:docMk/>
            <pc:sldMk cId="24594272" sldId="280"/>
            <ac:spMk id="95" creationId="{79CBD3C9-4E66-426D-948E-7CF4778107E8}"/>
          </ac:spMkLst>
        </pc:spChg>
        <pc:spChg chg="add del">
          <ac:chgData name="מגד סלאמה" userId="767647d0-5626-4b0b-8a90-e222c7acaf05" providerId="ADAL" clId="{FD0145FE-1B7C-415D-B7B8-C3586BF3D1FC}" dt="2025-02-03T14:16:11.633" v="898" actId="26606"/>
          <ac:spMkLst>
            <pc:docMk/>
            <pc:sldMk cId="24594272" sldId="280"/>
            <ac:spMk id="97" creationId="{DDB95FCF-AD96-482F-9FB8-CD95725E6EFF}"/>
          </ac:spMkLst>
        </pc:spChg>
        <pc:spChg chg="add del">
          <ac:chgData name="מגד סלאמה" userId="767647d0-5626-4b0b-8a90-e222c7acaf05" providerId="ADAL" clId="{FD0145FE-1B7C-415D-B7B8-C3586BF3D1FC}" dt="2025-02-03T14:21:03.578" v="937" actId="26606"/>
          <ac:spMkLst>
            <pc:docMk/>
            <pc:sldMk cId="24594272" sldId="280"/>
            <ac:spMk id="98" creationId="{FB71362F-6305-42A2-8633-285CE3813B1A}"/>
          </ac:spMkLst>
        </pc:spChg>
        <pc:spChg chg="add del">
          <ac:chgData name="מגד סלאמה" userId="767647d0-5626-4b0b-8a90-e222c7acaf05" providerId="ADAL" clId="{FD0145FE-1B7C-415D-B7B8-C3586BF3D1FC}" dt="2025-02-03T14:21:03.578" v="937" actId="26606"/>
          <ac:spMkLst>
            <pc:docMk/>
            <pc:sldMk cId="24594272" sldId="280"/>
            <ac:spMk id="100" creationId="{611F50C1-F708-485D-B1A9-65873AB21768}"/>
          </ac:spMkLst>
        </pc:spChg>
        <pc:spChg chg="add del">
          <ac:chgData name="מגד סלאמה" userId="767647d0-5626-4b0b-8a90-e222c7acaf05" providerId="ADAL" clId="{FD0145FE-1B7C-415D-B7B8-C3586BF3D1FC}" dt="2025-02-03T14:16:11.633" v="898" actId="26606"/>
          <ac:spMkLst>
            <pc:docMk/>
            <pc:sldMk cId="24594272" sldId="280"/>
            <ac:spMk id="101" creationId="{6C9CCC80-7A96-41CB-8626-BBA75D236F1B}"/>
          </ac:spMkLst>
        </pc:spChg>
        <pc:spChg chg="add del">
          <ac:chgData name="מגד סלאמה" userId="767647d0-5626-4b0b-8a90-e222c7acaf05" providerId="ADAL" clId="{FD0145FE-1B7C-415D-B7B8-C3586BF3D1FC}" dt="2025-02-03T14:21:03.578" v="937" actId="26606"/>
          <ac:spMkLst>
            <pc:docMk/>
            <pc:sldMk cId="24594272" sldId="280"/>
            <ac:spMk id="104" creationId="{0A5A83DD-4937-4DF6-874D-CCCEBB0A43AC}"/>
          </ac:spMkLst>
        </pc:spChg>
        <pc:spChg chg="add del">
          <ac:chgData name="מגד סלאמה" userId="767647d0-5626-4b0b-8a90-e222c7acaf05" providerId="ADAL" clId="{FD0145FE-1B7C-415D-B7B8-C3586BF3D1FC}" dt="2025-02-03T14:21:03.578" v="937" actId="26606"/>
          <ac:spMkLst>
            <pc:docMk/>
            <pc:sldMk cId="24594272" sldId="280"/>
            <ac:spMk id="106" creationId="{F8E13420-6517-4711-B170-2693FB5C68DD}"/>
          </ac:spMkLst>
        </pc:spChg>
        <pc:spChg chg="add del">
          <ac:chgData name="מגד סלאמה" userId="767647d0-5626-4b0b-8a90-e222c7acaf05" providerId="ADAL" clId="{FD0145FE-1B7C-415D-B7B8-C3586BF3D1FC}" dt="2025-02-03T14:21:03.578" v="937" actId="26606"/>
          <ac:spMkLst>
            <pc:docMk/>
            <pc:sldMk cId="24594272" sldId="280"/>
            <ac:spMk id="110" creationId="{3CE8022F-8E5C-4EE9-AF26-62B2722EE51D}"/>
          </ac:spMkLst>
        </pc:spChg>
        <pc:spChg chg="add del">
          <ac:chgData name="מגד סלאמה" userId="767647d0-5626-4b0b-8a90-e222c7acaf05" providerId="ADAL" clId="{FD0145FE-1B7C-415D-B7B8-C3586BF3D1FC}" dt="2025-02-03T14:19:45.443" v="933" actId="26606"/>
          <ac:spMkLst>
            <pc:docMk/>
            <pc:sldMk cId="24594272" sldId="280"/>
            <ac:spMk id="115" creationId="{809C0BCD-BEE9-423F-A51C-BCCD8E5EAADA}"/>
          </ac:spMkLst>
        </pc:spChg>
        <pc:spChg chg="add del">
          <ac:chgData name="מגד סלאמה" userId="767647d0-5626-4b0b-8a90-e222c7acaf05" providerId="ADAL" clId="{FD0145FE-1B7C-415D-B7B8-C3586BF3D1FC}" dt="2025-02-03T14:19:45.443" v="933" actId="26606"/>
          <ac:spMkLst>
            <pc:docMk/>
            <pc:sldMk cId="24594272" sldId="280"/>
            <ac:spMk id="117" creationId="{9998D094-42B2-42BA-AA14-E8FBE073A5D8}"/>
          </ac:spMkLst>
        </pc:spChg>
        <pc:spChg chg="add del">
          <ac:chgData name="מגד סלאמה" userId="767647d0-5626-4b0b-8a90-e222c7acaf05" providerId="ADAL" clId="{FD0145FE-1B7C-415D-B7B8-C3586BF3D1FC}" dt="2025-02-03T14:19:45.443" v="933" actId="26606"/>
          <ac:spMkLst>
            <pc:docMk/>
            <pc:sldMk cId="24594272" sldId="280"/>
            <ac:spMk id="121" creationId="{F7726A94-1EF0-4D91-B7BF-C033E3D6E51B}"/>
          </ac:spMkLst>
        </pc:spChg>
        <pc:spChg chg="add del">
          <ac:chgData name="מגד סלאמה" userId="767647d0-5626-4b0b-8a90-e222c7acaf05" providerId="ADAL" clId="{FD0145FE-1B7C-415D-B7B8-C3586BF3D1FC}" dt="2025-02-03T14:19:45.443" v="933" actId="26606"/>
          <ac:spMkLst>
            <pc:docMk/>
            <pc:sldMk cId="24594272" sldId="280"/>
            <ac:spMk id="125" creationId="{24FB4153-1E3E-4AE9-8306-E8C292894B04}"/>
          </ac:spMkLst>
        </pc:spChg>
        <pc:spChg chg="add del">
          <ac:chgData name="מגד סלאמה" userId="767647d0-5626-4b0b-8a90-e222c7acaf05" providerId="ADAL" clId="{FD0145FE-1B7C-415D-B7B8-C3586BF3D1FC}" dt="2025-02-03T14:21:03.578" v="937" actId="26606"/>
          <ac:spMkLst>
            <pc:docMk/>
            <pc:sldMk cId="24594272" sldId="280"/>
            <ac:spMk id="127" creationId="{B5D0D97D-7911-4A25-88E2-4D81FD4AB294}"/>
          </ac:spMkLst>
        </pc:spChg>
        <pc:spChg chg="add del">
          <ac:chgData name="מגד סלאמה" userId="767647d0-5626-4b0b-8a90-e222c7acaf05" providerId="ADAL" clId="{FD0145FE-1B7C-415D-B7B8-C3586BF3D1FC}" dt="2025-02-03T14:21:03.578" v="937" actId="26606"/>
          <ac:spMkLst>
            <pc:docMk/>
            <pc:sldMk cId="24594272" sldId="280"/>
            <ac:spMk id="128" creationId="{809C0BCD-BEE9-423F-A51C-BCCD8E5EAADA}"/>
          </ac:spMkLst>
        </pc:spChg>
        <pc:spChg chg="add del">
          <ac:chgData name="מגד סלאמה" userId="767647d0-5626-4b0b-8a90-e222c7acaf05" providerId="ADAL" clId="{FD0145FE-1B7C-415D-B7B8-C3586BF3D1FC}" dt="2025-02-03T14:21:03.578" v="937" actId="26606"/>
          <ac:spMkLst>
            <pc:docMk/>
            <pc:sldMk cId="24594272" sldId="280"/>
            <ac:spMk id="129" creationId="{9998D094-42B2-42BA-AA14-E8FBE073A5D8}"/>
          </ac:spMkLst>
        </pc:spChg>
        <pc:spChg chg="add del">
          <ac:chgData name="מגד סלאמה" userId="767647d0-5626-4b0b-8a90-e222c7acaf05" providerId="ADAL" clId="{FD0145FE-1B7C-415D-B7B8-C3586BF3D1FC}" dt="2025-02-03T14:21:03.578" v="937" actId="26606"/>
          <ac:spMkLst>
            <pc:docMk/>
            <pc:sldMk cId="24594272" sldId="280"/>
            <ac:spMk id="131" creationId="{63FE6F10-B3AD-4403-94CA-F5115528699D}"/>
          </ac:spMkLst>
        </pc:spChg>
        <pc:spChg chg="add del">
          <ac:chgData name="מגד סלאמה" userId="767647d0-5626-4b0b-8a90-e222c7acaf05" providerId="ADAL" clId="{FD0145FE-1B7C-415D-B7B8-C3586BF3D1FC}" dt="2025-02-03T14:21:03.578" v="937" actId="26606"/>
          <ac:spMkLst>
            <pc:docMk/>
            <pc:sldMk cId="24594272" sldId="280"/>
            <ac:spMk id="132" creationId="{364D6A39-A4F7-4B00-9F42-3BC67177DB1F}"/>
          </ac:spMkLst>
        </pc:spChg>
        <pc:picChg chg="add del mod">
          <ac:chgData name="מגד סלאמה" userId="767647d0-5626-4b0b-8a90-e222c7acaf05" providerId="ADAL" clId="{FD0145FE-1B7C-415D-B7B8-C3586BF3D1FC}" dt="2025-02-03T14:14:05.966" v="861" actId="478"/>
          <ac:picMkLst>
            <pc:docMk/>
            <pc:sldMk cId="24594272" sldId="280"/>
            <ac:picMk id="4" creationId="{FDF74ADC-C566-7A17-93C5-852C9C3AD90F}"/>
          </ac:picMkLst>
        </pc:picChg>
        <pc:picChg chg="add del">
          <ac:chgData name="מגד סלאמה" userId="767647d0-5626-4b0b-8a90-e222c7acaf05" providerId="ADAL" clId="{FD0145FE-1B7C-415D-B7B8-C3586BF3D1FC}" dt="2025-02-02T21:03:32.467" v="489" actId="26606"/>
          <ac:picMkLst>
            <pc:docMk/>
            <pc:sldMk cId="24594272" sldId="280"/>
            <ac:picMk id="6" creationId="{717314D5-8A0B-A90D-1409-48A7FEF1136E}"/>
          </ac:picMkLst>
        </pc:picChg>
        <pc:picChg chg="add del mod">
          <ac:chgData name="מגד סלאמה" userId="767647d0-5626-4b0b-8a90-e222c7acaf05" providerId="ADAL" clId="{FD0145FE-1B7C-415D-B7B8-C3586BF3D1FC}" dt="2025-02-03T14:16:18.981" v="907" actId="478"/>
          <ac:picMkLst>
            <pc:docMk/>
            <pc:sldMk cId="24594272" sldId="280"/>
            <ac:picMk id="6" creationId="{BBCB6660-1BD2-A722-0D55-54D79D133EF3}"/>
          </ac:picMkLst>
        </pc:picChg>
        <pc:picChg chg="add del mod ord">
          <ac:chgData name="מגד סלאמה" userId="767647d0-5626-4b0b-8a90-e222c7acaf05" providerId="ADAL" clId="{FD0145FE-1B7C-415D-B7B8-C3586BF3D1FC}" dt="2025-02-03T14:16:13.660" v="903" actId="22"/>
          <ac:picMkLst>
            <pc:docMk/>
            <pc:sldMk cId="24594272" sldId="280"/>
            <ac:picMk id="8" creationId="{22675A6F-5675-28B1-DD4F-65F74722A685}"/>
          </ac:picMkLst>
        </pc:picChg>
        <pc:picChg chg="add del mod">
          <ac:chgData name="מגד סלאמה" userId="767647d0-5626-4b0b-8a90-e222c7acaf05" providerId="ADAL" clId="{FD0145FE-1B7C-415D-B7B8-C3586BF3D1FC}" dt="2025-02-03T14:17:41.346" v="916" actId="21"/>
          <ac:picMkLst>
            <pc:docMk/>
            <pc:sldMk cId="24594272" sldId="280"/>
            <ac:picMk id="10" creationId="{87616828-3615-53A5-BF14-C4540B5028FB}"/>
          </ac:picMkLst>
        </pc:picChg>
        <pc:picChg chg="add del mod">
          <ac:chgData name="מגד סלאמה" userId="767647d0-5626-4b0b-8a90-e222c7acaf05" providerId="ADAL" clId="{FD0145FE-1B7C-415D-B7B8-C3586BF3D1FC}" dt="2025-02-03T14:21:04.862" v="940" actId="478"/>
          <ac:picMkLst>
            <pc:docMk/>
            <pc:sldMk cId="24594272" sldId="280"/>
            <ac:picMk id="11" creationId="{87616828-3615-53A5-BF14-C4540B5028FB}"/>
          </ac:picMkLst>
        </pc:picChg>
        <pc:picChg chg="add del mod">
          <ac:chgData name="מגד סלאמה" userId="767647d0-5626-4b0b-8a90-e222c7acaf05" providerId="ADAL" clId="{FD0145FE-1B7C-415D-B7B8-C3586BF3D1FC}" dt="2025-02-03T14:21:04.409" v="939" actId="22"/>
          <ac:picMkLst>
            <pc:docMk/>
            <pc:sldMk cId="24594272" sldId="280"/>
            <ac:picMk id="13" creationId="{D9B3D555-43A5-6925-A9AA-4EB0F7740846}"/>
          </ac:picMkLst>
        </pc:picChg>
        <pc:picChg chg="add del mod">
          <ac:chgData name="מגד סלאמה" userId="767647d0-5626-4b0b-8a90-e222c7acaf05" providerId="ADAL" clId="{FD0145FE-1B7C-415D-B7B8-C3586BF3D1FC}" dt="2025-02-03T14:24:35.226" v="976"/>
          <ac:picMkLst>
            <pc:docMk/>
            <pc:sldMk cId="24594272" sldId="280"/>
            <ac:picMk id="15" creationId="{A6CF1605-5381-012C-4CDB-71B607C590ED}"/>
          </ac:picMkLst>
        </pc:picChg>
        <pc:picChg chg="add del mod">
          <ac:chgData name="מגד סלאמה" userId="767647d0-5626-4b0b-8a90-e222c7acaf05" providerId="ADAL" clId="{FD0145FE-1B7C-415D-B7B8-C3586BF3D1FC}" dt="2025-02-03T14:12:57.883" v="852" actId="478"/>
          <ac:picMkLst>
            <pc:docMk/>
            <pc:sldMk cId="24594272" sldId="280"/>
            <ac:picMk id="26" creationId="{53638FC6-05C1-63D4-022E-CEF1E1679BF3}"/>
          </ac:picMkLst>
        </pc:picChg>
        <pc:picChg chg="add del">
          <ac:chgData name="מגד סלאמה" userId="767647d0-5626-4b0b-8a90-e222c7acaf05" providerId="ADAL" clId="{FD0145FE-1B7C-415D-B7B8-C3586BF3D1FC}" dt="2025-02-03T14:17:57.370" v="918" actId="26606"/>
          <ac:picMkLst>
            <pc:docMk/>
            <pc:sldMk cId="24594272" sldId="280"/>
            <ac:picMk id="68" creationId="{B63BBFA3-E8BA-BEF9-5E88-093ECC32A0C7}"/>
          </ac:picMkLst>
        </pc:picChg>
        <pc:picChg chg="add del mod ord">
          <ac:chgData name="מגד סלאמה" userId="767647d0-5626-4b0b-8a90-e222c7acaf05" providerId="ADAL" clId="{FD0145FE-1B7C-415D-B7B8-C3586BF3D1FC}" dt="2025-02-03T14:18:18.482" v="925" actId="478"/>
          <ac:picMkLst>
            <pc:docMk/>
            <pc:sldMk cId="24594272" sldId="280"/>
            <ac:picMk id="93" creationId="{B63BBFA3-E8BA-BEF9-5E88-093ECC32A0C7}"/>
          </ac:picMkLst>
        </pc:picChg>
        <pc:cxnChg chg="add del">
          <ac:chgData name="מגד סלאמה" userId="767647d0-5626-4b0b-8a90-e222c7acaf05" providerId="ADAL" clId="{FD0145FE-1B7C-415D-B7B8-C3586BF3D1FC}" dt="2025-02-02T21:03:32.467" v="489" actId="26606"/>
          <ac:cxnSpMkLst>
            <pc:docMk/>
            <pc:sldMk cId="24594272" sldId="280"/>
            <ac:cxnSpMk id="13" creationId="{64EEEC00-AD80-4734-BEE6-04CBDEC830C9}"/>
          </ac:cxnSpMkLst>
        </pc:cxnChg>
        <pc:cxnChg chg="add del">
          <ac:chgData name="מגד סלאמה" userId="767647d0-5626-4b0b-8a90-e222c7acaf05" providerId="ADAL" clId="{FD0145FE-1B7C-415D-B7B8-C3586BF3D1FC}" dt="2025-02-02T21:03:32.467" v="489" actId="26606"/>
          <ac:cxnSpMkLst>
            <pc:docMk/>
            <pc:sldMk cId="24594272" sldId="280"/>
            <ac:cxnSpMk id="17" creationId="{2DAD7A7A-010A-4015-B647-7A27BB535DA0}"/>
          </ac:cxnSpMkLst>
        </pc:cxnChg>
        <pc:cxnChg chg="add del">
          <ac:chgData name="מגד סלאמה" userId="767647d0-5626-4b0b-8a90-e222c7acaf05" providerId="ADAL" clId="{FD0145FE-1B7C-415D-B7B8-C3586BF3D1FC}" dt="2025-02-03T14:13:22.796" v="860" actId="26606"/>
          <ac:cxnSpMkLst>
            <pc:docMk/>
            <pc:sldMk cId="24594272" sldId="280"/>
            <ac:cxnSpMk id="19" creationId="{BC9E91F8-C4AE-4EB0-8B76-FF3F3FC7183D}"/>
          </ac:cxnSpMkLst>
        </pc:cxnChg>
        <pc:cxnChg chg="add del">
          <ac:chgData name="מגד סלאמה" userId="767647d0-5626-4b0b-8a90-e222c7acaf05" providerId="ADAL" clId="{FD0145FE-1B7C-415D-B7B8-C3586BF3D1FC}" dt="2025-02-03T14:13:22.796" v="860" actId="26606"/>
          <ac:cxnSpMkLst>
            <pc:docMk/>
            <pc:sldMk cId="24594272" sldId="280"/>
            <ac:cxnSpMk id="23" creationId="{64EEEC00-AD80-4734-BEE6-04CBDEC830C9}"/>
          </ac:cxnSpMkLst>
        </pc:cxnChg>
        <pc:cxnChg chg="add del">
          <ac:chgData name="מגד סלאמה" userId="767647d0-5626-4b0b-8a90-e222c7acaf05" providerId="ADAL" clId="{FD0145FE-1B7C-415D-B7B8-C3586BF3D1FC}" dt="2025-02-03T14:13:16.375" v="855" actId="26606"/>
          <ac:cxnSpMkLst>
            <pc:docMk/>
            <pc:sldMk cId="24594272" sldId="280"/>
            <ac:cxnSpMk id="34" creationId="{8465D64B-59F4-4BDC-B833-A17EF1E04697}"/>
          </ac:cxnSpMkLst>
        </pc:cxnChg>
        <pc:cxnChg chg="add del">
          <ac:chgData name="מגד סלאמה" userId="767647d0-5626-4b0b-8a90-e222c7acaf05" providerId="ADAL" clId="{FD0145FE-1B7C-415D-B7B8-C3586BF3D1FC}" dt="2025-02-03T14:13:16.375" v="855" actId="26606"/>
          <ac:cxnSpMkLst>
            <pc:docMk/>
            <pc:sldMk cId="24594272" sldId="280"/>
            <ac:cxnSpMk id="38" creationId="{98F0650C-11DF-45E6-8EC2-E3B298F0D80A}"/>
          </ac:cxnSpMkLst>
        </pc:cxnChg>
        <pc:cxnChg chg="add del">
          <ac:chgData name="מגד סלאמה" userId="767647d0-5626-4b0b-8a90-e222c7acaf05" providerId="ADAL" clId="{FD0145FE-1B7C-415D-B7B8-C3586BF3D1FC}" dt="2025-02-03T14:13:18.663" v="857" actId="26606"/>
          <ac:cxnSpMkLst>
            <pc:docMk/>
            <pc:sldMk cId="24594272" sldId="280"/>
            <ac:cxnSpMk id="45" creationId="{8465D64B-59F4-4BDC-B833-A17EF1E04697}"/>
          </ac:cxnSpMkLst>
        </pc:cxnChg>
        <pc:cxnChg chg="add del">
          <ac:chgData name="מגד סלאמה" userId="767647d0-5626-4b0b-8a90-e222c7acaf05" providerId="ADAL" clId="{FD0145FE-1B7C-415D-B7B8-C3586BF3D1FC}" dt="2025-02-03T14:13:18.663" v="857" actId="26606"/>
          <ac:cxnSpMkLst>
            <pc:docMk/>
            <pc:sldMk cId="24594272" sldId="280"/>
            <ac:cxnSpMk id="48" creationId="{13553ADF-88A1-4645-B819-890CA3DF7D5B}"/>
          </ac:cxnSpMkLst>
        </pc:cxnChg>
        <pc:cxnChg chg="add del">
          <ac:chgData name="מגד סלאמה" userId="767647d0-5626-4b0b-8a90-e222c7acaf05" providerId="ADAL" clId="{FD0145FE-1B7C-415D-B7B8-C3586BF3D1FC}" dt="2025-02-03T14:13:22.780" v="859" actId="26606"/>
          <ac:cxnSpMkLst>
            <pc:docMk/>
            <pc:sldMk cId="24594272" sldId="280"/>
            <ac:cxnSpMk id="52" creationId="{8465D64B-59F4-4BDC-B833-A17EF1E04697}"/>
          </ac:cxnSpMkLst>
        </pc:cxnChg>
        <pc:cxnChg chg="add del">
          <ac:chgData name="מגד סלאמה" userId="767647d0-5626-4b0b-8a90-e222c7acaf05" providerId="ADAL" clId="{FD0145FE-1B7C-415D-B7B8-C3586BF3D1FC}" dt="2025-02-03T14:13:22.780" v="859" actId="26606"/>
          <ac:cxnSpMkLst>
            <pc:docMk/>
            <pc:sldMk cId="24594272" sldId="280"/>
            <ac:cxnSpMk id="55" creationId="{50C72FFD-DD89-412D-B569-F9A0F3A69849}"/>
          </ac:cxnSpMkLst>
        </pc:cxnChg>
        <pc:cxnChg chg="add del">
          <ac:chgData name="מגד סלאמה" userId="767647d0-5626-4b0b-8a90-e222c7acaf05" providerId="ADAL" clId="{FD0145FE-1B7C-415D-B7B8-C3586BF3D1FC}" dt="2025-02-03T14:17:57.386" v="919" actId="26606"/>
          <ac:cxnSpMkLst>
            <pc:docMk/>
            <pc:sldMk cId="24594272" sldId="280"/>
            <ac:cxnSpMk id="60" creationId="{8465D64B-59F4-4BDC-B833-A17EF1E04697}"/>
          </ac:cxnSpMkLst>
        </pc:cxnChg>
        <pc:cxnChg chg="add del">
          <ac:chgData name="מגד סלאמה" userId="767647d0-5626-4b0b-8a90-e222c7acaf05" providerId="ADAL" clId="{FD0145FE-1B7C-415D-B7B8-C3586BF3D1FC}" dt="2025-02-03T14:17:57.386" v="919" actId="26606"/>
          <ac:cxnSpMkLst>
            <pc:docMk/>
            <pc:sldMk cId="24594272" sldId="280"/>
            <ac:cxnSpMk id="63" creationId="{13553ADF-88A1-4645-B819-890CA3DF7D5B}"/>
          </ac:cxnSpMkLst>
        </pc:cxnChg>
        <pc:cxnChg chg="add del">
          <ac:chgData name="מגד סלאמה" userId="767647d0-5626-4b0b-8a90-e222c7acaf05" providerId="ADAL" clId="{FD0145FE-1B7C-415D-B7B8-C3586BF3D1FC}" dt="2025-02-03T14:17:57.370" v="918" actId="26606"/>
          <ac:cxnSpMkLst>
            <pc:docMk/>
            <pc:sldMk cId="24594272" sldId="280"/>
            <ac:cxnSpMk id="70" creationId="{64EEEC00-AD80-4734-BEE6-04CBDEC830C9}"/>
          </ac:cxnSpMkLst>
        </pc:cxnChg>
        <pc:cxnChg chg="add del">
          <ac:chgData name="מגד סלאמה" userId="767647d0-5626-4b0b-8a90-e222c7acaf05" providerId="ADAL" clId="{FD0145FE-1B7C-415D-B7B8-C3586BF3D1FC}" dt="2025-02-03T14:16:14.446" v="905" actId="26606"/>
          <ac:cxnSpMkLst>
            <pc:docMk/>
            <pc:sldMk cId="24594272" sldId="280"/>
            <ac:cxnSpMk id="73" creationId="{64EEEC00-AD80-4734-BEE6-04CBDEC830C9}"/>
          </ac:cxnSpMkLst>
        </pc:cxnChg>
        <pc:cxnChg chg="add del">
          <ac:chgData name="מגד סלאמה" userId="767647d0-5626-4b0b-8a90-e222c7acaf05" providerId="ADAL" clId="{FD0145FE-1B7C-415D-B7B8-C3586BF3D1FC}" dt="2025-02-03T14:16:14.446" v="905" actId="26606"/>
          <ac:cxnSpMkLst>
            <pc:docMk/>
            <pc:sldMk cId="24594272" sldId="280"/>
            <ac:cxnSpMk id="77" creationId="{2DAD7A7A-010A-4015-B647-7A27BB535DA0}"/>
          </ac:cxnSpMkLst>
        </pc:cxnChg>
        <pc:cxnChg chg="add del">
          <ac:chgData name="מגד סלאמה" userId="767647d0-5626-4b0b-8a90-e222c7acaf05" providerId="ADAL" clId="{FD0145FE-1B7C-415D-B7B8-C3586BF3D1FC}" dt="2025-02-03T14:17:57.370" v="918" actId="26606"/>
          <ac:cxnSpMkLst>
            <pc:docMk/>
            <pc:sldMk cId="24594272" sldId="280"/>
            <ac:cxnSpMk id="79" creationId="{2DAD7A7A-010A-4015-B647-7A27BB535DA0}"/>
          </ac:cxnSpMkLst>
        </pc:cxnChg>
        <pc:cxnChg chg="add del">
          <ac:chgData name="מגד סלאמה" userId="767647d0-5626-4b0b-8a90-e222c7acaf05" providerId="ADAL" clId="{FD0145FE-1B7C-415D-B7B8-C3586BF3D1FC}" dt="2025-02-03T14:18:16.069" v="924" actId="26606"/>
          <ac:cxnSpMkLst>
            <pc:docMk/>
            <pc:sldMk cId="24594272" sldId="280"/>
            <ac:cxnSpMk id="81" creationId="{67A69A5B-FB7E-40C2-A416-68C80A100AEB}"/>
          </ac:cxnSpMkLst>
        </pc:cxnChg>
        <pc:cxnChg chg="add del">
          <ac:chgData name="מגד סלאמה" userId="767647d0-5626-4b0b-8a90-e222c7acaf05" providerId="ADAL" clId="{FD0145FE-1B7C-415D-B7B8-C3586BF3D1FC}" dt="2025-02-03T14:16:12.482" v="900" actId="26606"/>
          <ac:cxnSpMkLst>
            <pc:docMk/>
            <pc:sldMk cId="24594272" sldId="280"/>
            <ac:cxnSpMk id="86" creationId="{64EEEC00-AD80-4734-BEE6-04CBDEC830C9}"/>
          </ac:cxnSpMkLst>
        </pc:cxnChg>
        <pc:cxnChg chg="add del">
          <ac:chgData name="מגד סלאמה" userId="767647d0-5626-4b0b-8a90-e222c7acaf05" providerId="ADAL" clId="{FD0145FE-1B7C-415D-B7B8-C3586BF3D1FC}" dt="2025-02-03T14:18:16.069" v="924" actId="26606"/>
          <ac:cxnSpMkLst>
            <pc:docMk/>
            <pc:sldMk cId="24594272" sldId="280"/>
            <ac:cxnSpMk id="89" creationId="{64EEEC00-AD80-4734-BEE6-04CBDEC830C9}"/>
          </ac:cxnSpMkLst>
        </pc:cxnChg>
        <pc:cxnChg chg="add del">
          <ac:chgData name="מגד סלאמה" userId="767647d0-5626-4b0b-8a90-e222c7acaf05" providerId="ADAL" clId="{FD0145FE-1B7C-415D-B7B8-C3586BF3D1FC}" dt="2025-02-03T14:16:12.482" v="900" actId="26606"/>
          <ac:cxnSpMkLst>
            <pc:docMk/>
            <pc:sldMk cId="24594272" sldId="280"/>
            <ac:cxnSpMk id="90" creationId="{2DAD7A7A-010A-4015-B647-7A27BB535DA0}"/>
          </ac:cxnSpMkLst>
        </pc:cxnChg>
        <pc:cxnChg chg="add del">
          <ac:chgData name="מגד סלאמה" userId="767647d0-5626-4b0b-8a90-e222c7acaf05" providerId="ADAL" clId="{FD0145FE-1B7C-415D-B7B8-C3586BF3D1FC}" dt="2025-02-03T14:16:11.633" v="898" actId="26606"/>
          <ac:cxnSpMkLst>
            <pc:docMk/>
            <pc:sldMk cId="24594272" sldId="280"/>
            <ac:cxnSpMk id="99" creationId="{64EEEC00-AD80-4734-BEE6-04CBDEC830C9}"/>
          </ac:cxnSpMkLst>
        </pc:cxnChg>
        <pc:cxnChg chg="add del">
          <ac:chgData name="מגד סלאמה" userId="767647d0-5626-4b0b-8a90-e222c7acaf05" providerId="ADAL" clId="{FD0145FE-1B7C-415D-B7B8-C3586BF3D1FC}" dt="2025-02-03T14:21:03.578" v="937" actId="26606"/>
          <ac:cxnSpMkLst>
            <pc:docMk/>
            <pc:sldMk cId="24594272" sldId="280"/>
            <ac:cxnSpMk id="102" creationId="{BAF7F52A-561E-4CE4-A251-1565CF80F23D}"/>
          </ac:cxnSpMkLst>
        </pc:cxnChg>
        <pc:cxnChg chg="add del">
          <ac:chgData name="מגד סלאמה" userId="767647d0-5626-4b0b-8a90-e222c7acaf05" providerId="ADAL" clId="{FD0145FE-1B7C-415D-B7B8-C3586BF3D1FC}" dt="2025-02-03T14:16:11.633" v="898" actId="26606"/>
          <ac:cxnSpMkLst>
            <pc:docMk/>
            <pc:sldMk cId="24594272" sldId="280"/>
            <ac:cxnSpMk id="103" creationId="{2DAD7A7A-010A-4015-B647-7A27BB535DA0}"/>
          </ac:cxnSpMkLst>
        </pc:cxnChg>
        <pc:cxnChg chg="add del">
          <ac:chgData name="מגד סלאמה" userId="767647d0-5626-4b0b-8a90-e222c7acaf05" providerId="ADAL" clId="{FD0145FE-1B7C-415D-B7B8-C3586BF3D1FC}" dt="2025-02-03T14:21:03.578" v="937" actId="26606"/>
          <ac:cxnSpMkLst>
            <pc:docMk/>
            <pc:sldMk cId="24594272" sldId="280"/>
            <ac:cxnSpMk id="108" creationId="{A43D3E26-B7EA-4074-9110-C930375CC92B}"/>
          </ac:cxnSpMkLst>
        </pc:cxnChg>
        <pc:cxnChg chg="add del">
          <ac:chgData name="מגד סלאמה" userId="767647d0-5626-4b0b-8a90-e222c7acaf05" providerId="ADAL" clId="{FD0145FE-1B7C-415D-B7B8-C3586BF3D1FC}" dt="2025-02-03T14:19:45.443" v="933" actId="26606"/>
          <ac:cxnSpMkLst>
            <pc:docMk/>
            <pc:sldMk cId="24594272" sldId="280"/>
            <ac:cxnSpMk id="119" creationId="{8465D64B-59F4-4BDC-B833-A17EF1E04697}"/>
          </ac:cxnSpMkLst>
        </pc:cxnChg>
        <pc:cxnChg chg="add del">
          <ac:chgData name="מגד סלאמה" userId="767647d0-5626-4b0b-8a90-e222c7acaf05" providerId="ADAL" clId="{FD0145FE-1B7C-415D-B7B8-C3586BF3D1FC}" dt="2025-02-03T14:19:45.443" v="933" actId="26606"/>
          <ac:cxnSpMkLst>
            <pc:docMk/>
            <pc:sldMk cId="24594272" sldId="280"/>
            <ac:cxnSpMk id="123" creationId="{98F0650C-11DF-45E6-8EC2-E3B298F0D80A}"/>
          </ac:cxnSpMkLst>
        </pc:cxnChg>
        <pc:cxnChg chg="add del">
          <ac:chgData name="מגד סלאמה" userId="767647d0-5626-4b0b-8a90-e222c7acaf05" providerId="ADAL" clId="{FD0145FE-1B7C-415D-B7B8-C3586BF3D1FC}" dt="2025-02-03T14:21:03.578" v="937" actId="26606"/>
          <ac:cxnSpMkLst>
            <pc:docMk/>
            <pc:sldMk cId="24594272" sldId="280"/>
            <ac:cxnSpMk id="130" creationId="{8465D64B-59F4-4BDC-B833-A17EF1E04697}"/>
          </ac:cxnSpMkLst>
        </pc:cxnChg>
        <pc:cxnChg chg="add del">
          <ac:chgData name="מגד סלאמה" userId="767647d0-5626-4b0b-8a90-e222c7acaf05" providerId="ADAL" clId="{FD0145FE-1B7C-415D-B7B8-C3586BF3D1FC}" dt="2025-02-03T14:21:03.578" v="937" actId="26606"/>
          <ac:cxnSpMkLst>
            <pc:docMk/>
            <pc:sldMk cId="24594272" sldId="280"/>
            <ac:cxnSpMk id="133" creationId="{13553ADF-88A1-4645-B819-890CA3DF7D5B}"/>
          </ac:cxnSpMkLst>
        </pc:cxnChg>
      </pc:sldChg>
      <pc:sldChg chg="addSp delSp add del setBg delDesignElem">
        <pc:chgData name="מגד סלאמה" userId="767647d0-5626-4b0b-8a90-e222c7acaf05" providerId="ADAL" clId="{FD0145FE-1B7C-415D-B7B8-C3586BF3D1FC}" dt="2025-02-03T22:52:52.030" v="1887"/>
        <pc:sldMkLst>
          <pc:docMk/>
          <pc:sldMk cId="1752448380" sldId="280"/>
        </pc:sldMkLst>
        <pc:spChg chg="add del">
          <ac:chgData name="מגד סלאמה" userId="767647d0-5626-4b0b-8a90-e222c7acaf05" providerId="ADAL" clId="{FD0145FE-1B7C-415D-B7B8-C3586BF3D1FC}" dt="2025-02-03T22:52:52.030" v="1887"/>
          <ac:spMkLst>
            <pc:docMk/>
            <pc:sldMk cId="1752448380" sldId="280"/>
            <ac:spMk id="98" creationId="{FB71362F-6305-42A2-8633-285CE3813B1A}"/>
          </ac:spMkLst>
        </pc:spChg>
        <pc:spChg chg="add del">
          <ac:chgData name="מגד סלאמה" userId="767647d0-5626-4b0b-8a90-e222c7acaf05" providerId="ADAL" clId="{FD0145FE-1B7C-415D-B7B8-C3586BF3D1FC}" dt="2025-02-03T22:52:52.030" v="1887"/>
          <ac:spMkLst>
            <pc:docMk/>
            <pc:sldMk cId="1752448380" sldId="280"/>
            <ac:spMk id="100" creationId="{611F50C1-F708-485D-B1A9-65873AB21768}"/>
          </ac:spMkLst>
        </pc:spChg>
        <pc:spChg chg="add del">
          <ac:chgData name="מגד סלאמה" userId="767647d0-5626-4b0b-8a90-e222c7acaf05" providerId="ADAL" clId="{FD0145FE-1B7C-415D-B7B8-C3586BF3D1FC}" dt="2025-02-03T22:52:52.030" v="1887"/>
          <ac:spMkLst>
            <pc:docMk/>
            <pc:sldMk cId="1752448380" sldId="280"/>
            <ac:spMk id="104" creationId="{0A5A83DD-4937-4DF6-874D-CCCEBB0A43AC}"/>
          </ac:spMkLst>
        </pc:spChg>
        <pc:spChg chg="add del">
          <ac:chgData name="מגד סלאמה" userId="767647d0-5626-4b0b-8a90-e222c7acaf05" providerId="ADAL" clId="{FD0145FE-1B7C-415D-B7B8-C3586BF3D1FC}" dt="2025-02-03T22:52:52.030" v="1887"/>
          <ac:spMkLst>
            <pc:docMk/>
            <pc:sldMk cId="1752448380" sldId="280"/>
            <ac:spMk id="106" creationId="{F8E13420-6517-4711-B170-2693FB5C68DD}"/>
          </ac:spMkLst>
        </pc:spChg>
        <pc:spChg chg="add del">
          <ac:chgData name="מגד סלאמה" userId="767647d0-5626-4b0b-8a90-e222c7acaf05" providerId="ADAL" clId="{FD0145FE-1B7C-415D-B7B8-C3586BF3D1FC}" dt="2025-02-03T22:52:52.030" v="1887"/>
          <ac:spMkLst>
            <pc:docMk/>
            <pc:sldMk cId="1752448380" sldId="280"/>
            <ac:spMk id="110" creationId="{3CE8022F-8E5C-4EE9-AF26-62B2722EE51D}"/>
          </ac:spMkLst>
        </pc:spChg>
        <pc:cxnChg chg="add del">
          <ac:chgData name="מגד סלאמה" userId="767647d0-5626-4b0b-8a90-e222c7acaf05" providerId="ADAL" clId="{FD0145FE-1B7C-415D-B7B8-C3586BF3D1FC}" dt="2025-02-03T22:52:52.030" v="1887"/>
          <ac:cxnSpMkLst>
            <pc:docMk/>
            <pc:sldMk cId="1752448380" sldId="280"/>
            <ac:cxnSpMk id="102" creationId="{BAF7F52A-561E-4CE4-A251-1565CF80F23D}"/>
          </ac:cxnSpMkLst>
        </pc:cxnChg>
        <pc:cxnChg chg="add del">
          <ac:chgData name="מגד סלאמה" userId="767647d0-5626-4b0b-8a90-e222c7acaf05" providerId="ADAL" clId="{FD0145FE-1B7C-415D-B7B8-C3586BF3D1FC}" dt="2025-02-03T22:52:52.030" v="1887"/>
          <ac:cxnSpMkLst>
            <pc:docMk/>
            <pc:sldMk cId="1752448380" sldId="280"/>
            <ac:cxnSpMk id="108" creationId="{A43D3E26-B7EA-4074-9110-C930375CC92B}"/>
          </ac:cxnSpMkLst>
        </pc:cxnChg>
      </pc:sldChg>
      <pc:sldChg chg="addSp delSp modSp new mod modTransition setBg">
        <pc:chgData name="מגד סלאמה" userId="767647d0-5626-4b0b-8a90-e222c7acaf05" providerId="ADAL" clId="{FD0145FE-1B7C-415D-B7B8-C3586BF3D1FC}" dt="2025-02-03T14:24:35.226" v="976"/>
        <pc:sldMkLst>
          <pc:docMk/>
          <pc:sldMk cId="1696448289" sldId="281"/>
        </pc:sldMkLst>
        <pc:spChg chg="mod">
          <ac:chgData name="מגד סלאמה" userId="767647d0-5626-4b0b-8a90-e222c7acaf05" providerId="ADAL" clId="{FD0145FE-1B7C-415D-B7B8-C3586BF3D1FC}" dt="2025-02-02T21:23:15.520" v="581" actId="26606"/>
          <ac:spMkLst>
            <pc:docMk/>
            <pc:sldMk cId="1696448289" sldId="281"/>
            <ac:spMk id="2" creationId="{B2DF0584-8BDA-AD0A-542F-8C9AFDF84F4B}"/>
          </ac:spMkLst>
        </pc:spChg>
        <pc:spChg chg="del">
          <ac:chgData name="מגד סלאמה" userId="767647d0-5626-4b0b-8a90-e222c7acaf05" providerId="ADAL" clId="{FD0145FE-1B7C-415D-B7B8-C3586BF3D1FC}" dt="2025-02-02T21:22:21.816" v="558" actId="26606"/>
          <ac:spMkLst>
            <pc:docMk/>
            <pc:sldMk cId="1696448289" sldId="281"/>
            <ac:spMk id="3" creationId="{EF831EF7-8D4C-3A2A-404C-033858053745}"/>
          </ac:spMkLst>
        </pc:spChg>
        <pc:spChg chg="add del">
          <ac:chgData name="מגד סלאמה" userId="767647d0-5626-4b0b-8a90-e222c7acaf05" providerId="ADAL" clId="{FD0145FE-1B7C-415D-B7B8-C3586BF3D1FC}" dt="2025-02-02T21:23:17.726" v="584" actId="26606"/>
          <ac:spMkLst>
            <pc:docMk/>
            <pc:sldMk cId="1696448289" sldId="281"/>
            <ac:spMk id="9" creationId="{79CBD3C9-4E66-426D-948E-7CF4778107E8}"/>
          </ac:spMkLst>
        </pc:spChg>
        <pc:spChg chg="add del">
          <ac:chgData name="מגד סלאמה" userId="767647d0-5626-4b0b-8a90-e222c7acaf05" providerId="ADAL" clId="{FD0145FE-1B7C-415D-B7B8-C3586BF3D1FC}" dt="2025-02-02T21:23:17.726" v="584" actId="26606"/>
          <ac:spMkLst>
            <pc:docMk/>
            <pc:sldMk cId="1696448289" sldId="281"/>
            <ac:spMk id="11" creationId="{DDB95FCF-AD96-482F-9FB8-CD95725E6EFF}"/>
          </ac:spMkLst>
        </pc:spChg>
        <pc:spChg chg="add del">
          <ac:chgData name="מגד סלאמה" userId="767647d0-5626-4b0b-8a90-e222c7acaf05" providerId="ADAL" clId="{FD0145FE-1B7C-415D-B7B8-C3586BF3D1FC}" dt="2025-02-02T21:23:17.726" v="584" actId="26606"/>
          <ac:spMkLst>
            <pc:docMk/>
            <pc:sldMk cId="1696448289" sldId="281"/>
            <ac:spMk id="15" creationId="{2ED84DD6-8A68-4994-8094-8DDBE89BF353}"/>
          </ac:spMkLst>
        </pc:spChg>
        <pc:spChg chg="add del">
          <ac:chgData name="מגד סלאמה" userId="767647d0-5626-4b0b-8a90-e222c7acaf05" providerId="ADAL" clId="{FD0145FE-1B7C-415D-B7B8-C3586BF3D1FC}" dt="2025-02-02T21:23:17.726" v="584" actId="26606"/>
          <ac:spMkLst>
            <pc:docMk/>
            <pc:sldMk cId="1696448289" sldId="281"/>
            <ac:spMk id="17" creationId="{176049D7-366E-4AC9-B689-460CC28F8E70}"/>
          </ac:spMkLst>
        </pc:spChg>
        <pc:spChg chg="add del">
          <ac:chgData name="מגד סלאמה" userId="767647d0-5626-4b0b-8a90-e222c7acaf05" providerId="ADAL" clId="{FD0145FE-1B7C-415D-B7B8-C3586BF3D1FC}" dt="2025-02-02T21:23:17.726" v="584" actId="26606"/>
          <ac:spMkLst>
            <pc:docMk/>
            <pc:sldMk cId="1696448289" sldId="281"/>
            <ac:spMk id="21" creationId="{4AD45A04-4150-4943-BB06-EEEDDD73BFCE}"/>
          </ac:spMkLst>
        </pc:spChg>
        <pc:spChg chg="add del">
          <ac:chgData name="מגד סלאמה" userId="767647d0-5626-4b0b-8a90-e222c7acaf05" providerId="ADAL" clId="{FD0145FE-1B7C-415D-B7B8-C3586BF3D1FC}" dt="2025-02-02T21:23:15.520" v="581" actId="26606"/>
          <ac:spMkLst>
            <pc:docMk/>
            <pc:sldMk cId="1696448289" sldId="281"/>
            <ac:spMk id="26" creationId="{809C0BCD-BEE9-423F-A51C-BCCD8E5EAADA}"/>
          </ac:spMkLst>
        </pc:spChg>
        <pc:spChg chg="add del">
          <ac:chgData name="מגד סלאמה" userId="767647d0-5626-4b0b-8a90-e222c7acaf05" providerId="ADAL" clId="{FD0145FE-1B7C-415D-B7B8-C3586BF3D1FC}" dt="2025-02-02T21:23:15.520" v="581" actId="26606"/>
          <ac:spMkLst>
            <pc:docMk/>
            <pc:sldMk cId="1696448289" sldId="281"/>
            <ac:spMk id="28" creationId="{9998D094-42B2-42BA-AA14-E8FBE073A5D8}"/>
          </ac:spMkLst>
        </pc:spChg>
        <pc:spChg chg="add del">
          <ac:chgData name="מגד סלאמה" userId="767647d0-5626-4b0b-8a90-e222c7acaf05" providerId="ADAL" clId="{FD0145FE-1B7C-415D-B7B8-C3586BF3D1FC}" dt="2025-02-02T21:23:15.520" v="581" actId="26606"/>
          <ac:spMkLst>
            <pc:docMk/>
            <pc:sldMk cId="1696448289" sldId="281"/>
            <ac:spMk id="32" creationId="{8677094E-F0FE-4EC2-9511-5A411A2E1154}"/>
          </ac:spMkLst>
        </pc:spChg>
        <pc:spChg chg="add del">
          <ac:chgData name="מגד סלאמה" userId="767647d0-5626-4b0b-8a90-e222c7acaf05" providerId="ADAL" clId="{FD0145FE-1B7C-415D-B7B8-C3586BF3D1FC}" dt="2025-02-02T21:23:15.520" v="581" actId="26606"/>
          <ac:spMkLst>
            <pc:docMk/>
            <pc:sldMk cId="1696448289" sldId="281"/>
            <ac:spMk id="34" creationId="{E0E1ADA3-256B-436F-BB84-15BF272B4BC8}"/>
          </ac:spMkLst>
        </pc:spChg>
        <pc:spChg chg="add del">
          <ac:chgData name="מגד סלאמה" userId="767647d0-5626-4b0b-8a90-e222c7acaf05" providerId="ADAL" clId="{FD0145FE-1B7C-415D-B7B8-C3586BF3D1FC}" dt="2025-02-02T21:23:15.520" v="581" actId="26606"/>
          <ac:spMkLst>
            <pc:docMk/>
            <pc:sldMk cId="1696448289" sldId="281"/>
            <ac:spMk id="38" creationId="{5C091E65-5627-4CC0-82AA-74A3C89D7CF7}"/>
          </ac:spMkLst>
        </pc:spChg>
        <pc:spChg chg="add del">
          <ac:chgData name="מגד סלאמה" userId="767647d0-5626-4b0b-8a90-e222c7acaf05" providerId="ADAL" clId="{FD0145FE-1B7C-415D-B7B8-C3586BF3D1FC}" dt="2025-02-02T21:23:17.710" v="583" actId="26606"/>
          <ac:spMkLst>
            <pc:docMk/>
            <pc:sldMk cId="1696448289" sldId="281"/>
            <ac:spMk id="40" creationId="{809C0BCD-BEE9-423F-A51C-BCCD8E5EAADA}"/>
          </ac:spMkLst>
        </pc:spChg>
        <pc:spChg chg="add del">
          <ac:chgData name="מגד סלאמה" userId="767647d0-5626-4b0b-8a90-e222c7acaf05" providerId="ADAL" clId="{FD0145FE-1B7C-415D-B7B8-C3586BF3D1FC}" dt="2025-02-02T21:23:17.710" v="583" actId="26606"/>
          <ac:spMkLst>
            <pc:docMk/>
            <pc:sldMk cId="1696448289" sldId="281"/>
            <ac:spMk id="41" creationId="{9998D094-42B2-42BA-AA14-E8FBE073A5D8}"/>
          </ac:spMkLst>
        </pc:spChg>
        <pc:spChg chg="add del">
          <ac:chgData name="מגד סלאמה" userId="767647d0-5626-4b0b-8a90-e222c7acaf05" providerId="ADAL" clId="{FD0145FE-1B7C-415D-B7B8-C3586BF3D1FC}" dt="2025-02-02T21:23:17.710" v="583" actId="26606"/>
          <ac:spMkLst>
            <pc:docMk/>
            <pc:sldMk cId="1696448289" sldId="281"/>
            <ac:spMk id="43" creationId="{63FE6F10-B3AD-4403-94CA-F5115528699D}"/>
          </ac:spMkLst>
        </pc:spChg>
        <pc:spChg chg="add del">
          <ac:chgData name="מגד סלאמה" userId="767647d0-5626-4b0b-8a90-e222c7acaf05" providerId="ADAL" clId="{FD0145FE-1B7C-415D-B7B8-C3586BF3D1FC}" dt="2025-02-02T21:23:17.710" v="583" actId="26606"/>
          <ac:spMkLst>
            <pc:docMk/>
            <pc:sldMk cId="1696448289" sldId="281"/>
            <ac:spMk id="44" creationId="{364D6A39-A4F7-4B00-9F42-3BC67177DB1F}"/>
          </ac:spMkLst>
        </pc:spChg>
        <pc:spChg chg="add del">
          <ac:chgData name="מגד סלאמה" userId="767647d0-5626-4b0b-8a90-e222c7acaf05" providerId="ADAL" clId="{FD0145FE-1B7C-415D-B7B8-C3586BF3D1FC}" dt="2025-02-02T21:23:17.710" v="583" actId="26606"/>
          <ac:spMkLst>
            <pc:docMk/>
            <pc:sldMk cId="1696448289" sldId="281"/>
            <ac:spMk id="46" creationId="{B5D0D97D-7911-4A25-88E2-4D81FD4AB294}"/>
          </ac:spMkLst>
        </pc:spChg>
        <pc:spChg chg="add">
          <ac:chgData name="מגד סלאמה" userId="767647d0-5626-4b0b-8a90-e222c7acaf05" providerId="ADAL" clId="{FD0145FE-1B7C-415D-B7B8-C3586BF3D1FC}" dt="2025-02-02T21:23:17.726" v="584" actId="26606"/>
          <ac:spMkLst>
            <pc:docMk/>
            <pc:sldMk cId="1696448289" sldId="281"/>
            <ac:spMk id="48" creationId="{79CBD3C9-4E66-426D-948E-7CF4778107E8}"/>
          </ac:spMkLst>
        </pc:spChg>
        <pc:spChg chg="add">
          <ac:chgData name="מגד סלאמה" userId="767647d0-5626-4b0b-8a90-e222c7acaf05" providerId="ADAL" clId="{FD0145FE-1B7C-415D-B7B8-C3586BF3D1FC}" dt="2025-02-02T21:23:17.726" v="584" actId="26606"/>
          <ac:spMkLst>
            <pc:docMk/>
            <pc:sldMk cId="1696448289" sldId="281"/>
            <ac:spMk id="49" creationId="{DDB95FCF-AD96-482F-9FB8-CD95725E6EFF}"/>
          </ac:spMkLst>
        </pc:spChg>
        <pc:spChg chg="add">
          <ac:chgData name="מגד סלאמה" userId="767647d0-5626-4b0b-8a90-e222c7acaf05" providerId="ADAL" clId="{FD0145FE-1B7C-415D-B7B8-C3586BF3D1FC}" dt="2025-02-02T21:23:17.726" v="584" actId="26606"/>
          <ac:spMkLst>
            <pc:docMk/>
            <pc:sldMk cId="1696448289" sldId="281"/>
            <ac:spMk id="51" creationId="{2ED84DD6-8A68-4994-8094-8DDBE89BF353}"/>
          </ac:spMkLst>
        </pc:spChg>
        <pc:spChg chg="add">
          <ac:chgData name="מגד סלאמה" userId="767647d0-5626-4b0b-8a90-e222c7acaf05" providerId="ADAL" clId="{FD0145FE-1B7C-415D-B7B8-C3586BF3D1FC}" dt="2025-02-02T21:23:17.726" v="584" actId="26606"/>
          <ac:spMkLst>
            <pc:docMk/>
            <pc:sldMk cId="1696448289" sldId="281"/>
            <ac:spMk id="52" creationId="{176049D7-366E-4AC9-B689-460CC28F8E70}"/>
          </ac:spMkLst>
        </pc:spChg>
        <pc:spChg chg="add">
          <ac:chgData name="מגד סלאמה" userId="767647d0-5626-4b0b-8a90-e222c7acaf05" providerId="ADAL" clId="{FD0145FE-1B7C-415D-B7B8-C3586BF3D1FC}" dt="2025-02-02T21:23:17.726" v="584" actId="26606"/>
          <ac:spMkLst>
            <pc:docMk/>
            <pc:sldMk cId="1696448289" sldId="281"/>
            <ac:spMk id="54" creationId="{4AD45A04-4150-4943-BB06-EEEDDD73BFCE}"/>
          </ac:spMkLst>
        </pc:spChg>
        <pc:picChg chg="add mod">
          <ac:chgData name="מגד סלאמה" userId="767647d0-5626-4b0b-8a90-e222c7acaf05" providerId="ADAL" clId="{FD0145FE-1B7C-415D-B7B8-C3586BF3D1FC}" dt="2025-02-02T21:23:17.726" v="584" actId="26606"/>
          <ac:picMkLst>
            <pc:docMk/>
            <pc:sldMk cId="1696448289" sldId="281"/>
            <ac:picMk id="4" creationId="{F3A3A405-26A6-458B-2D57-C75A2010A2F4}"/>
          </ac:picMkLst>
        </pc:picChg>
        <pc:picChg chg="add del mod">
          <ac:chgData name="מגד סלאמה" userId="767647d0-5626-4b0b-8a90-e222c7acaf05" providerId="ADAL" clId="{FD0145FE-1B7C-415D-B7B8-C3586BF3D1FC}" dt="2025-02-03T14:24:35.226" v="976"/>
          <ac:picMkLst>
            <pc:docMk/>
            <pc:sldMk cId="1696448289" sldId="281"/>
            <ac:picMk id="5" creationId="{B2F93107-BA8C-3AAA-C5B1-4388C767D185}"/>
          </ac:picMkLst>
        </pc:picChg>
        <pc:cxnChg chg="add del">
          <ac:chgData name="מגד סלאמה" userId="767647d0-5626-4b0b-8a90-e222c7acaf05" providerId="ADAL" clId="{FD0145FE-1B7C-415D-B7B8-C3586BF3D1FC}" dt="2025-02-02T21:23:17.726" v="584" actId="26606"/>
          <ac:cxnSpMkLst>
            <pc:docMk/>
            <pc:sldMk cId="1696448289" sldId="281"/>
            <ac:cxnSpMk id="13" creationId="{64EEEC00-AD80-4734-BEE6-04CBDEC830C9}"/>
          </ac:cxnSpMkLst>
        </pc:cxnChg>
        <pc:cxnChg chg="add del">
          <ac:chgData name="מגד סלאמה" userId="767647d0-5626-4b0b-8a90-e222c7acaf05" providerId="ADAL" clId="{FD0145FE-1B7C-415D-B7B8-C3586BF3D1FC}" dt="2025-02-02T21:23:17.726" v="584" actId="26606"/>
          <ac:cxnSpMkLst>
            <pc:docMk/>
            <pc:sldMk cId="1696448289" sldId="281"/>
            <ac:cxnSpMk id="19" creationId="{BC9E91F8-C4AE-4EB0-8B76-FF3F3FC7183D}"/>
          </ac:cxnSpMkLst>
        </pc:cxnChg>
        <pc:cxnChg chg="add del">
          <ac:chgData name="מגד סלאמה" userId="767647d0-5626-4b0b-8a90-e222c7acaf05" providerId="ADAL" clId="{FD0145FE-1B7C-415D-B7B8-C3586BF3D1FC}" dt="2025-02-02T21:23:15.520" v="581" actId="26606"/>
          <ac:cxnSpMkLst>
            <pc:docMk/>
            <pc:sldMk cId="1696448289" sldId="281"/>
            <ac:cxnSpMk id="30" creationId="{8465D64B-59F4-4BDC-B833-A17EF1E04697}"/>
          </ac:cxnSpMkLst>
        </pc:cxnChg>
        <pc:cxnChg chg="add del">
          <ac:chgData name="מגד סלאמה" userId="767647d0-5626-4b0b-8a90-e222c7acaf05" providerId="ADAL" clId="{FD0145FE-1B7C-415D-B7B8-C3586BF3D1FC}" dt="2025-02-02T21:23:15.520" v="581" actId="26606"/>
          <ac:cxnSpMkLst>
            <pc:docMk/>
            <pc:sldMk cId="1696448289" sldId="281"/>
            <ac:cxnSpMk id="36" creationId="{7DDC7D3D-A4F6-4638-B02B-2DBB6C11F5D3}"/>
          </ac:cxnSpMkLst>
        </pc:cxnChg>
        <pc:cxnChg chg="add del">
          <ac:chgData name="מגד סלאמה" userId="767647d0-5626-4b0b-8a90-e222c7acaf05" providerId="ADAL" clId="{FD0145FE-1B7C-415D-B7B8-C3586BF3D1FC}" dt="2025-02-02T21:23:17.710" v="583" actId="26606"/>
          <ac:cxnSpMkLst>
            <pc:docMk/>
            <pc:sldMk cId="1696448289" sldId="281"/>
            <ac:cxnSpMk id="42" creationId="{8465D64B-59F4-4BDC-B833-A17EF1E04697}"/>
          </ac:cxnSpMkLst>
        </pc:cxnChg>
        <pc:cxnChg chg="add del">
          <ac:chgData name="מגד סלאמה" userId="767647d0-5626-4b0b-8a90-e222c7acaf05" providerId="ADAL" clId="{FD0145FE-1B7C-415D-B7B8-C3586BF3D1FC}" dt="2025-02-02T21:23:17.710" v="583" actId="26606"/>
          <ac:cxnSpMkLst>
            <pc:docMk/>
            <pc:sldMk cId="1696448289" sldId="281"/>
            <ac:cxnSpMk id="45" creationId="{13553ADF-88A1-4645-B819-890CA3DF7D5B}"/>
          </ac:cxnSpMkLst>
        </pc:cxnChg>
        <pc:cxnChg chg="add">
          <ac:chgData name="מגד סלאמה" userId="767647d0-5626-4b0b-8a90-e222c7acaf05" providerId="ADAL" clId="{FD0145FE-1B7C-415D-B7B8-C3586BF3D1FC}" dt="2025-02-02T21:23:17.726" v="584" actId="26606"/>
          <ac:cxnSpMkLst>
            <pc:docMk/>
            <pc:sldMk cId="1696448289" sldId="281"/>
            <ac:cxnSpMk id="50" creationId="{64EEEC00-AD80-4734-BEE6-04CBDEC830C9}"/>
          </ac:cxnSpMkLst>
        </pc:cxnChg>
        <pc:cxnChg chg="add">
          <ac:chgData name="מגד סלאמה" userId="767647d0-5626-4b0b-8a90-e222c7acaf05" providerId="ADAL" clId="{FD0145FE-1B7C-415D-B7B8-C3586BF3D1FC}" dt="2025-02-02T21:23:17.726" v="584" actId="26606"/>
          <ac:cxnSpMkLst>
            <pc:docMk/>
            <pc:sldMk cId="1696448289" sldId="281"/>
            <ac:cxnSpMk id="53" creationId="{BC9E91F8-C4AE-4EB0-8B76-FF3F3FC7183D}"/>
          </ac:cxnSpMkLst>
        </pc:cxnChg>
      </pc:sldChg>
      <pc:sldChg chg="addSp delSp modSp new mod modTransition setBg">
        <pc:chgData name="מגד סלאמה" userId="767647d0-5626-4b0b-8a90-e222c7acaf05" providerId="ADAL" clId="{FD0145FE-1B7C-415D-B7B8-C3586BF3D1FC}" dt="2025-02-03T14:24:35.226" v="976"/>
        <pc:sldMkLst>
          <pc:docMk/>
          <pc:sldMk cId="3521333582" sldId="282"/>
        </pc:sldMkLst>
        <pc:spChg chg="mod">
          <ac:chgData name="מגד סלאמה" userId="767647d0-5626-4b0b-8a90-e222c7acaf05" providerId="ADAL" clId="{FD0145FE-1B7C-415D-B7B8-C3586BF3D1FC}" dt="2025-02-02T21:23:09.672" v="579" actId="26606"/>
          <ac:spMkLst>
            <pc:docMk/>
            <pc:sldMk cId="3521333582" sldId="282"/>
            <ac:spMk id="2" creationId="{C36CE52A-95DF-DABD-3893-7DCFA7DE54F1}"/>
          </ac:spMkLst>
        </pc:spChg>
        <pc:spChg chg="del">
          <ac:chgData name="מגד סלאמה" userId="767647d0-5626-4b0b-8a90-e222c7acaf05" providerId="ADAL" clId="{FD0145FE-1B7C-415D-B7B8-C3586BF3D1FC}" dt="2025-02-02T21:23:09.672" v="579" actId="26606"/>
          <ac:spMkLst>
            <pc:docMk/>
            <pc:sldMk cId="3521333582" sldId="282"/>
            <ac:spMk id="3" creationId="{58C01E14-94CB-5F77-6420-70D5999D505E}"/>
          </ac:spMkLst>
        </pc:spChg>
        <pc:spChg chg="add">
          <ac:chgData name="מגד סלאמה" userId="767647d0-5626-4b0b-8a90-e222c7acaf05" providerId="ADAL" clId="{FD0145FE-1B7C-415D-B7B8-C3586BF3D1FC}" dt="2025-02-02T21:23:09.672" v="579" actId="26606"/>
          <ac:spMkLst>
            <pc:docMk/>
            <pc:sldMk cId="3521333582" sldId="282"/>
            <ac:spMk id="9" creationId="{809C0BCD-BEE9-423F-A51C-BCCD8E5EAADA}"/>
          </ac:spMkLst>
        </pc:spChg>
        <pc:spChg chg="add">
          <ac:chgData name="מגד סלאמה" userId="767647d0-5626-4b0b-8a90-e222c7acaf05" providerId="ADAL" clId="{FD0145FE-1B7C-415D-B7B8-C3586BF3D1FC}" dt="2025-02-02T21:23:09.672" v="579" actId="26606"/>
          <ac:spMkLst>
            <pc:docMk/>
            <pc:sldMk cId="3521333582" sldId="282"/>
            <ac:spMk id="11" creationId="{9998D094-42B2-42BA-AA14-E8FBE073A5D8}"/>
          </ac:spMkLst>
        </pc:spChg>
        <pc:spChg chg="add">
          <ac:chgData name="מגד סלאמה" userId="767647d0-5626-4b0b-8a90-e222c7acaf05" providerId="ADAL" clId="{FD0145FE-1B7C-415D-B7B8-C3586BF3D1FC}" dt="2025-02-02T21:23:09.672" v="579" actId="26606"/>
          <ac:spMkLst>
            <pc:docMk/>
            <pc:sldMk cId="3521333582" sldId="282"/>
            <ac:spMk id="15" creationId="{8677094E-F0FE-4EC2-9511-5A411A2E1154}"/>
          </ac:spMkLst>
        </pc:spChg>
        <pc:spChg chg="add">
          <ac:chgData name="מגד סלאמה" userId="767647d0-5626-4b0b-8a90-e222c7acaf05" providerId="ADAL" clId="{FD0145FE-1B7C-415D-B7B8-C3586BF3D1FC}" dt="2025-02-02T21:23:09.672" v="579" actId="26606"/>
          <ac:spMkLst>
            <pc:docMk/>
            <pc:sldMk cId="3521333582" sldId="282"/>
            <ac:spMk id="17" creationId="{E0E1ADA3-256B-436F-BB84-15BF272B4BC8}"/>
          </ac:spMkLst>
        </pc:spChg>
        <pc:spChg chg="add">
          <ac:chgData name="מגד סלאמה" userId="767647d0-5626-4b0b-8a90-e222c7acaf05" providerId="ADAL" clId="{FD0145FE-1B7C-415D-B7B8-C3586BF3D1FC}" dt="2025-02-02T21:23:09.672" v="579" actId="26606"/>
          <ac:spMkLst>
            <pc:docMk/>
            <pc:sldMk cId="3521333582" sldId="282"/>
            <ac:spMk id="21" creationId="{5C091E65-5627-4CC0-82AA-74A3C89D7CF7}"/>
          </ac:spMkLst>
        </pc:spChg>
        <pc:picChg chg="add mod">
          <ac:chgData name="מגד סלאמה" userId="767647d0-5626-4b0b-8a90-e222c7acaf05" providerId="ADAL" clId="{FD0145FE-1B7C-415D-B7B8-C3586BF3D1FC}" dt="2025-02-02T21:23:09.672" v="579" actId="26606"/>
          <ac:picMkLst>
            <pc:docMk/>
            <pc:sldMk cId="3521333582" sldId="282"/>
            <ac:picMk id="4" creationId="{889B6816-66EF-5893-C8FD-AAF33769758A}"/>
          </ac:picMkLst>
        </pc:picChg>
        <pc:picChg chg="add del mod">
          <ac:chgData name="מגד סלאמה" userId="767647d0-5626-4b0b-8a90-e222c7acaf05" providerId="ADAL" clId="{FD0145FE-1B7C-415D-B7B8-C3586BF3D1FC}" dt="2025-02-03T14:24:35.226" v="976"/>
          <ac:picMkLst>
            <pc:docMk/>
            <pc:sldMk cId="3521333582" sldId="282"/>
            <ac:picMk id="5" creationId="{92F4F463-64C4-BD94-8E45-82FD14510574}"/>
          </ac:picMkLst>
        </pc:picChg>
        <pc:cxnChg chg="add">
          <ac:chgData name="מגד סלאמה" userId="767647d0-5626-4b0b-8a90-e222c7acaf05" providerId="ADAL" clId="{FD0145FE-1B7C-415D-B7B8-C3586BF3D1FC}" dt="2025-02-02T21:23:09.672" v="579" actId="26606"/>
          <ac:cxnSpMkLst>
            <pc:docMk/>
            <pc:sldMk cId="3521333582" sldId="282"/>
            <ac:cxnSpMk id="13" creationId="{8465D64B-59F4-4BDC-B833-A17EF1E04697}"/>
          </ac:cxnSpMkLst>
        </pc:cxnChg>
        <pc:cxnChg chg="add">
          <ac:chgData name="מגד סלאמה" userId="767647d0-5626-4b0b-8a90-e222c7acaf05" providerId="ADAL" clId="{FD0145FE-1B7C-415D-B7B8-C3586BF3D1FC}" dt="2025-02-02T21:23:09.672" v="579" actId="26606"/>
          <ac:cxnSpMkLst>
            <pc:docMk/>
            <pc:sldMk cId="3521333582" sldId="282"/>
            <ac:cxnSpMk id="19" creationId="{7DDC7D3D-A4F6-4638-B02B-2DBB6C11F5D3}"/>
          </ac:cxnSpMkLst>
        </pc:cxnChg>
      </pc:sldChg>
      <pc:sldChg chg="addSp delSp modSp new mod modTransition setBg">
        <pc:chgData name="מגד סלאמה" userId="767647d0-5626-4b0b-8a90-e222c7acaf05" providerId="ADAL" clId="{FD0145FE-1B7C-415D-B7B8-C3586BF3D1FC}" dt="2025-02-03T14:24:35.226" v="976"/>
        <pc:sldMkLst>
          <pc:docMk/>
          <pc:sldMk cId="1640830204" sldId="283"/>
        </pc:sldMkLst>
        <pc:spChg chg="mod">
          <ac:chgData name="מגד סלאמה" userId="767647d0-5626-4b0b-8a90-e222c7acaf05" providerId="ADAL" clId="{FD0145FE-1B7C-415D-B7B8-C3586BF3D1FC}" dt="2025-02-02T21:23:49.899" v="606" actId="26606"/>
          <ac:spMkLst>
            <pc:docMk/>
            <pc:sldMk cId="1640830204" sldId="283"/>
            <ac:spMk id="2" creationId="{C4EE94F2-B320-36B9-ADAB-3E8DB76AD9CD}"/>
          </ac:spMkLst>
        </pc:spChg>
        <pc:spChg chg="add del">
          <ac:chgData name="מגד סלאמה" userId="767647d0-5626-4b0b-8a90-e222c7acaf05" providerId="ADAL" clId="{FD0145FE-1B7C-415D-B7B8-C3586BF3D1FC}" dt="2025-02-02T21:23:49.899" v="606" actId="26606"/>
          <ac:spMkLst>
            <pc:docMk/>
            <pc:sldMk cId="1640830204" sldId="283"/>
            <ac:spMk id="3" creationId="{F6CE7F5A-2615-E593-F374-439D314469D5}"/>
          </ac:spMkLst>
        </pc:spChg>
        <pc:spChg chg="add del">
          <ac:chgData name="מגד סלאמה" userId="767647d0-5626-4b0b-8a90-e222c7acaf05" providerId="ADAL" clId="{FD0145FE-1B7C-415D-B7B8-C3586BF3D1FC}" dt="2025-02-02T21:23:49.884" v="605" actId="26606"/>
          <ac:spMkLst>
            <pc:docMk/>
            <pc:sldMk cId="1640830204" sldId="283"/>
            <ac:spMk id="9" creationId="{809C0BCD-BEE9-423F-A51C-BCCD8E5EAADA}"/>
          </ac:spMkLst>
        </pc:spChg>
        <pc:spChg chg="add del">
          <ac:chgData name="מגד סלאמה" userId="767647d0-5626-4b0b-8a90-e222c7acaf05" providerId="ADAL" clId="{FD0145FE-1B7C-415D-B7B8-C3586BF3D1FC}" dt="2025-02-02T21:23:49.884" v="605" actId="26606"/>
          <ac:spMkLst>
            <pc:docMk/>
            <pc:sldMk cId="1640830204" sldId="283"/>
            <ac:spMk id="11" creationId="{9998D094-42B2-42BA-AA14-E8FBE073A5D8}"/>
          </ac:spMkLst>
        </pc:spChg>
        <pc:spChg chg="add del">
          <ac:chgData name="מגד סלאמה" userId="767647d0-5626-4b0b-8a90-e222c7acaf05" providerId="ADAL" clId="{FD0145FE-1B7C-415D-B7B8-C3586BF3D1FC}" dt="2025-02-02T21:23:49.884" v="605" actId="26606"/>
          <ac:spMkLst>
            <pc:docMk/>
            <pc:sldMk cId="1640830204" sldId="283"/>
            <ac:spMk id="15" creationId="{8677094E-F0FE-4EC2-9511-5A411A2E1154}"/>
          </ac:spMkLst>
        </pc:spChg>
        <pc:spChg chg="add del">
          <ac:chgData name="מגד סלאמה" userId="767647d0-5626-4b0b-8a90-e222c7acaf05" providerId="ADAL" clId="{FD0145FE-1B7C-415D-B7B8-C3586BF3D1FC}" dt="2025-02-02T21:23:49.884" v="605" actId="26606"/>
          <ac:spMkLst>
            <pc:docMk/>
            <pc:sldMk cId="1640830204" sldId="283"/>
            <ac:spMk id="17" creationId="{E0E1ADA3-256B-436F-BB84-15BF272B4BC8}"/>
          </ac:spMkLst>
        </pc:spChg>
        <pc:spChg chg="add del">
          <ac:chgData name="מגד סלאמה" userId="767647d0-5626-4b0b-8a90-e222c7acaf05" providerId="ADAL" clId="{FD0145FE-1B7C-415D-B7B8-C3586BF3D1FC}" dt="2025-02-02T21:23:49.884" v="605" actId="26606"/>
          <ac:spMkLst>
            <pc:docMk/>
            <pc:sldMk cId="1640830204" sldId="283"/>
            <ac:spMk id="21" creationId="{5C091E65-5627-4CC0-82AA-74A3C89D7CF7}"/>
          </ac:spMkLst>
        </pc:spChg>
        <pc:spChg chg="add">
          <ac:chgData name="מגד סלאמה" userId="767647d0-5626-4b0b-8a90-e222c7acaf05" providerId="ADAL" clId="{FD0145FE-1B7C-415D-B7B8-C3586BF3D1FC}" dt="2025-02-02T21:23:49.899" v="606" actId="26606"/>
          <ac:spMkLst>
            <pc:docMk/>
            <pc:sldMk cId="1640830204" sldId="283"/>
            <ac:spMk id="23" creationId="{79CBD3C9-4E66-426D-948E-7CF4778107E8}"/>
          </ac:spMkLst>
        </pc:spChg>
        <pc:spChg chg="add">
          <ac:chgData name="מגד סלאמה" userId="767647d0-5626-4b0b-8a90-e222c7acaf05" providerId="ADAL" clId="{FD0145FE-1B7C-415D-B7B8-C3586BF3D1FC}" dt="2025-02-02T21:23:49.899" v="606" actId="26606"/>
          <ac:spMkLst>
            <pc:docMk/>
            <pc:sldMk cId="1640830204" sldId="283"/>
            <ac:spMk id="24" creationId="{DDB95FCF-AD96-482F-9FB8-CD95725E6EFF}"/>
          </ac:spMkLst>
        </pc:spChg>
        <pc:spChg chg="add">
          <ac:chgData name="מגד סלאמה" userId="767647d0-5626-4b0b-8a90-e222c7acaf05" providerId="ADAL" clId="{FD0145FE-1B7C-415D-B7B8-C3586BF3D1FC}" dt="2025-02-02T21:23:49.899" v="606" actId="26606"/>
          <ac:spMkLst>
            <pc:docMk/>
            <pc:sldMk cId="1640830204" sldId="283"/>
            <ac:spMk id="26" creationId="{2ED84DD6-8A68-4994-8094-8DDBE89BF353}"/>
          </ac:spMkLst>
        </pc:spChg>
        <pc:spChg chg="add">
          <ac:chgData name="מגד סלאמה" userId="767647d0-5626-4b0b-8a90-e222c7acaf05" providerId="ADAL" clId="{FD0145FE-1B7C-415D-B7B8-C3586BF3D1FC}" dt="2025-02-02T21:23:49.899" v="606" actId="26606"/>
          <ac:spMkLst>
            <pc:docMk/>
            <pc:sldMk cId="1640830204" sldId="283"/>
            <ac:spMk id="27" creationId="{176049D7-366E-4AC9-B689-460CC28F8E70}"/>
          </ac:spMkLst>
        </pc:spChg>
        <pc:spChg chg="add">
          <ac:chgData name="מגד סלאמה" userId="767647d0-5626-4b0b-8a90-e222c7acaf05" providerId="ADAL" clId="{FD0145FE-1B7C-415D-B7B8-C3586BF3D1FC}" dt="2025-02-02T21:23:49.899" v="606" actId="26606"/>
          <ac:spMkLst>
            <pc:docMk/>
            <pc:sldMk cId="1640830204" sldId="283"/>
            <ac:spMk id="29" creationId="{4AD45A04-4150-4943-BB06-EEEDDD73BFCE}"/>
          </ac:spMkLst>
        </pc:spChg>
        <pc:picChg chg="add mod">
          <ac:chgData name="מגד סלאמה" userId="767647d0-5626-4b0b-8a90-e222c7acaf05" providerId="ADAL" clId="{FD0145FE-1B7C-415D-B7B8-C3586BF3D1FC}" dt="2025-02-02T21:23:49.899" v="606" actId="26606"/>
          <ac:picMkLst>
            <pc:docMk/>
            <pc:sldMk cId="1640830204" sldId="283"/>
            <ac:picMk id="4" creationId="{F7C75F22-68EA-215A-4482-D251B286ECAF}"/>
          </ac:picMkLst>
        </pc:picChg>
        <pc:picChg chg="add del mod">
          <ac:chgData name="מגד סלאמה" userId="767647d0-5626-4b0b-8a90-e222c7acaf05" providerId="ADAL" clId="{FD0145FE-1B7C-415D-B7B8-C3586BF3D1FC}" dt="2025-02-03T14:24:35.226" v="976"/>
          <ac:picMkLst>
            <pc:docMk/>
            <pc:sldMk cId="1640830204" sldId="283"/>
            <ac:picMk id="5" creationId="{274F3B7C-051C-6D37-8DA7-9E95D99A5551}"/>
          </ac:picMkLst>
        </pc:picChg>
        <pc:cxnChg chg="add del">
          <ac:chgData name="מגד סלאמה" userId="767647d0-5626-4b0b-8a90-e222c7acaf05" providerId="ADAL" clId="{FD0145FE-1B7C-415D-B7B8-C3586BF3D1FC}" dt="2025-02-02T21:23:49.884" v="605" actId="26606"/>
          <ac:cxnSpMkLst>
            <pc:docMk/>
            <pc:sldMk cId="1640830204" sldId="283"/>
            <ac:cxnSpMk id="13" creationId="{8465D64B-59F4-4BDC-B833-A17EF1E04697}"/>
          </ac:cxnSpMkLst>
        </pc:cxnChg>
        <pc:cxnChg chg="add del">
          <ac:chgData name="מגד סלאמה" userId="767647d0-5626-4b0b-8a90-e222c7acaf05" providerId="ADAL" clId="{FD0145FE-1B7C-415D-B7B8-C3586BF3D1FC}" dt="2025-02-02T21:23:49.884" v="605" actId="26606"/>
          <ac:cxnSpMkLst>
            <pc:docMk/>
            <pc:sldMk cId="1640830204" sldId="283"/>
            <ac:cxnSpMk id="19" creationId="{7DDC7D3D-A4F6-4638-B02B-2DBB6C11F5D3}"/>
          </ac:cxnSpMkLst>
        </pc:cxnChg>
        <pc:cxnChg chg="add">
          <ac:chgData name="מגד סלאמה" userId="767647d0-5626-4b0b-8a90-e222c7acaf05" providerId="ADAL" clId="{FD0145FE-1B7C-415D-B7B8-C3586BF3D1FC}" dt="2025-02-02T21:23:49.899" v="606" actId="26606"/>
          <ac:cxnSpMkLst>
            <pc:docMk/>
            <pc:sldMk cId="1640830204" sldId="283"/>
            <ac:cxnSpMk id="25" creationId="{64EEEC00-AD80-4734-BEE6-04CBDEC830C9}"/>
          </ac:cxnSpMkLst>
        </pc:cxnChg>
        <pc:cxnChg chg="add">
          <ac:chgData name="מגד סלאמה" userId="767647d0-5626-4b0b-8a90-e222c7acaf05" providerId="ADAL" clId="{FD0145FE-1B7C-415D-B7B8-C3586BF3D1FC}" dt="2025-02-02T21:23:49.899" v="606" actId="26606"/>
          <ac:cxnSpMkLst>
            <pc:docMk/>
            <pc:sldMk cId="1640830204" sldId="283"/>
            <ac:cxnSpMk id="28" creationId="{BC9E91F8-C4AE-4EB0-8B76-FF3F3FC7183D}"/>
          </ac:cxnSpMkLst>
        </pc:cxnChg>
      </pc:sldChg>
      <pc:sldChg chg="addSp delSp modSp new mod modTransition setBg">
        <pc:chgData name="מגד סלאמה" userId="767647d0-5626-4b0b-8a90-e222c7acaf05" providerId="ADAL" clId="{FD0145FE-1B7C-415D-B7B8-C3586BF3D1FC}" dt="2025-02-03T14:24:35.226" v="976"/>
        <pc:sldMkLst>
          <pc:docMk/>
          <pc:sldMk cId="1387542924" sldId="284"/>
        </pc:sldMkLst>
        <pc:spChg chg="mod">
          <ac:chgData name="מגד סלאמה" userId="767647d0-5626-4b0b-8a90-e222c7acaf05" providerId="ADAL" clId="{FD0145FE-1B7C-415D-B7B8-C3586BF3D1FC}" dt="2025-02-02T21:25:29.695" v="629" actId="26606"/>
          <ac:spMkLst>
            <pc:docMk/>
            <pc:sldMk cId="1387542924" sldId="284"/>
            <ac:spMk id="2" creationId="{D2CEC5D8-3B45-F3A3-9083-46C9C8B1E0A3}"/>
          </ac:spMkLst>
        </pc:spChg>
        <pc:spChg chg="del">
          <ac:chgData name="מגד סלאמה" userId="767647d0-5626-4b0b-8a90-e222c7acaf05" providerId="ADAL" clId="{FD0145FE-1B7C-415D-B7B8-C3586BF3D1FC}" dt="2025-02-02T21:24:27.780" v="617"/>
          <ac:spMkLst>
            <pc:docMk/>
            <pc:sldMk cId="1387542924" sldId="284"/>
            <ac:spMk id="3" creationId="{D5ABCDA1-8BA0-7D3E-9960-51DB81037B85}"/>
          </ac:spMkLst>
        </pc:spChg>
        <pc:spChg chg="add mod">
          <ac:chgData name="מגד סלאמה" userId="767647d0-5626-4b0b-8a90-e222c7acaf05" providerId="ADAL" clId="{FD0145FE-1B7C-415D-B7B8-C3586BF3D1FC}" dt="2025-02-02T21:24:33.291" v="619" actId="1076"/>
          <ac:spMkLst>
            <pc:docMk/>
            <pc:sldMk cId="1387542924" sldId="284"/>
            <ac:spMk id="5" creationId="{9B4F6AF0-849E-3969-1B0B-72E776D4F263}"/>
          </ac:spMkLst>
        </pc:spChg>
        <pc:spChg chg="add">
          <ac:chgData name="מגד סלאמה" userId="767647d0-5626-4b0b-8a90-e222c7acaf05" providerId="ADAL" clId="{FD0145FE-1B7C-415D-B7B8-C3586BF3D1FC}" dt="2025-02-02T21:25:29.695" v="629" actId="26606"/>
          <ac:spMkLst>
            <pc:docMk/>
            <pc:sldMk cId="1387542924" sldId="284"/>
            <ac:spMk id="7" creationId="{4B54C89A-2D0B-4062-BF97-CA51B69D7B96}"/>
          </ac:spMkLst>
        </pc:spChg>
        <pc:spChg chg="add">
          <ac:chgData name="מגד סלאמה" userId="767647d0-5626-4b0b-8a90-e222c7acaf05" providerId="ADAL" clId="{FD0145FE-1B7C-415D-B7B8-C3586BF3D1FC}" dt="2025-02-02T21:25:29.695" v="629" actId="26606"/>
          <ac:spMkLst>
            <pc:docMk/>
            <pc:sldMk cId="1387542924" sldId="284"/>
            <ac:spMk id="8" creationId="{4091C99A-98BE-457D-87BD-7B9B6EDDC19D}"/>
          </ac:spMkLst>
        </pc:spChg>
        <pc:spChg chg="add">
          <ac:chgData name="מגד סלאמה" userId="767647d0-5626-4b0b-8a90-e222c7acaf05" providerId="ADAL" clId="{FD0145FE-1B7C-415D-B7B8-C3586BF3D1FC}" dt="2025-02-02T21:25:29.695" v="629" actId="26606"/>
          <ac:spMkLst>
            <pc:docMk/>
            <pc:sldMk cId="1387542924" sldId="284"/>
            <ac:spMk id="9" creationId="{960A769C-8991-4FDE-89A0-A218E5BF677A}"/>
          </ac:spMkLst>
        </pc:spChg>
        <pc:spChg chg="add del">
          <ac:chgData name="מגד סלאמה" userId="767647d0-5626-4b0b-8a90-e222c7acaf05" providerId="ADAL" clId="{FD0145FE-1B7C-415D-B7B8-C3586BF3D1FC}" dt="2025-02-02T21:25:10.519" v="628" actId="26606"/>
          <ac:spMkLst>
            <pc:docMk/>
            <pc:sldMk cId="1387542924" sldId="284"/>
            <ac:spMk id="10" creationId="{79CBD3C9-4E66-426D-948E-7CF4778107E8}"/>
          </ac:spMkLst>
        </pc:spChg>
        <pc:spChg chg="add">
          <ac:chgData name="מגד סלאמה" userId="767647d0-5626-4b0b-8a90-e222c7acaf05" providerId="ADAL" clId="{FD0145FE-1B7C-415D-B7B8-C3586BF3D1FC}" dt="2025-02-02T21:25:29.695" v="629" actId="26606"/>
          <ac:spMkLst>
            <pc:docMk/>
            <pc:sldMk cId="1387542924" sldId="284"/>
            <ac:spMk id="11" creationId="{855CA58E-F8D8-4DF3-B813-C2585E0AB0EC}"/>
          </ac:spMkLst>
        </pc:spChg>
        <pc:spChg chg="add del">
          <ac:chgData name="מגד סלאמה" userId="767647d0-5626-4b0b-8a90-e222c7acaf05" providerId="ADAL" clId="{FD0145FE-1B7C-415D-B7B8-C3586BF3D1FC}" dt="2025-02-02T21:25:10.519" v="628" actId="26606"/>
          <ac:spMkLst>
            <pc:docMk/>
            <pc:sldMk cId="1387542924" sldId="284"/>
            <ac:spMk id="12" creationId="{DDB95FCF-AD96-482F-9FB8-CD95725E6EFF}"/>
          </ac:spMkLst>
        </pc:spChg>
        <pc:spChg chg="add del">
          <ac:chgData name="מגד סלאמה" userId="767647d0-5626-4b0b-8a90-e222c7acaf05" providerId="ADAL" clId="{FD0145FE-1B7C-415D-B7B8-C3586BF3D1FC}" dt="2025-02-02T21:25:10.519" v="628" actId="26606"/>
          <ac:spMkLst>
            <pc:docMk/>
            <pc:sldMk cId="1387542924" sldId="284"/>
            <ac:spMk id="16" creationId="{2ED84DD6-8A68-4994-8094-8DDBE89BF353}"/>
          </ac:spMkLst>
        </pc:spChg>
        <pc:spChg chg="add del">
          <ac:chgData name="מגד סלאמה" userId="767647d0-5626-4b0b-8a90-e222c7acaf05" providerId="ADAL" clId="{FD0145FE-1B7C-415D-B7B8-C3586BF3D1FC}" dt="2025-02-02T21:25:10.519" v="628" actId="26606"/>
          <ac:spMkLst>
            <pc:docMk/>
            <pc:sldMk cId="1387542924" sldId="284"/>
            <ac:spMk id="18" creationId="{176049D7-366E-4AC9-B689-460CC28F8E70}"/>
          </ac:spMkLst>
        </pc:spChg>
        <pc:spChg chg="add del">
          <ac:chgData name="מגד סלאמה" userId="767647d0-5626-4b0b-8a90-e222c7acaf05" providerId="ADAL" clId="{FD0145FE-1B7C-415D-B7B8-C3586BF3D1FC}" dt="2025-02-02T21:25:10.519" v="628" actId="26606"/>
          <ac:spMkLst>
            <pc:docMk/>
            <pc:sldMk cId="1387542924" sldId="284"/>
            <ac:spMk id="22" creationId="{4AD45A04-4150-4943-BB06-EEEDDD73BFCE}"/>
          </ac:spMkLst>
        </pc:spChg>
        <pc:graphicFrameChg chg="add mod ord modGraphic">
          <ac:chgData name="מגד סלאמה" userId="767647d0-5626-4b0b-8a90-e222c7acaf05" providerId="ADAL" clId="{FD0145FE-1B7C-415D-B7B8-C3586BF3D1FC}" dt="2025-02-02T21:25:37.380" v="631" actId="782"/>
          <ac:graphicFrameMkLst>
            <pc:docMk/>
            <pc:sldMk cId="1387542924" sldId="284"/>
            <ac:graphicFrameMk id="4" creationId="{FB952B2C-2F2C-D7BD-089F-6DCBACD0E8B6}"/>
          </ac:graphicFrameMkLst>
        </pc:graphicFrameChg>
        <pc:picChg chg="add del mod">
          <ac:chgData name="מגד סלאמה" userId="767647d0-5626-4b0b-8a90-e222c7acaf05" providerId="ADAL" clId="{FD0145FE-1B7C-415D-B7B8-C3586BF3D1FC}" dt="2025-02-03T14:24:35.226" v="976"/>
          <ac:picMkLst>
            <pc:docMk/>
            <pc:sldMk cId="1387542924" sldId="284"/>
            <ac:picMk id="6" creationId="{60C0FAC1-E233-ED23-7E09-F08CF3085301}"/>
          </ac:picMkLst>
        </pc:picChg>
        <pc:cxnChg chg="add del">
          <ac:chgData name="מגד סלאמה" userId="767647d0-5626-4b0b-8a90-e222c7acaf05" providerId="ADAL" clId="{FD0145FE-1B7C-415D-B7B8-C3586BF3D1FC}" dt="2025-02-02T21:25:10.519" v="628" actId="26606"/>
          <ac:cxnSpMkLst>
            <pc:docMk/>
            <pc:sldMk cId="1387542924" sldId="284"/>
            <ac:cxnSpMk id="14" creationId="{64EEEC00-AD80-4734-BEE6-04CBDEC830C9}"/>
          </ac:cxnSpMkLst>
        </pc:cxnChg>
        <pc:cxnChg chg="add del">
          <ac:chgData name="מגד סלאמה" userId="767647d0-5626-4b0b-8a90-e222c7acaf05" providerId="ADAL" clId="{FD0145FE-1B7C-415D-B7B8-C3586BF3D1FC}" dt="2025-02-02T21:25:10.519" v="628" actId="26606"/>
          <ac:cxnSpMkLst>
            <pc:docMk/>
            <pc:sldMk cId="1387542924" sldId="284"/>
            <ac:cxnSpMk id="20" creationId="{BC9E91F8-C4AE-4EB0-8B76-FF3F3FC7183D}"/>
          </ac:cxnSpMkLst>
        </pc:cxnChg>
      </pc:sldChg>
      <pc:sldChg chg="addSp delSp modSp new mod setBg modNotesTx">
        <pc:chgData name="מגד סלאמה" userId="767647d0-5626-4b0b-8a90-e222c7acaf05" providerId="ADAL" clId="{FD0145FE-1B7C-415D-B7B8-C3586BF3D1FC}" dt="2025-02-02T21:29:33.669" v="681" actId="120"/>
        <pc:sldMkLst>
          <pc:docMk/>
          <pc:sldMk cId="2395540355" sldId="285"/>
        </pc:sldMkLst>
        <pc:spChg chg="mod">
          <ac:chgData name="מגד סלאמה" userId="767647d0-5626-4b0b-8a90-e222c7acaf05" providerId="ADAL" clId="{FD0145FE-1B7C-415D-B7B8-C3586BF3D1FC}" dt="2025-02-02T21:28:26.838" v="675" actId="26606"/>
          <ac:spMkLst>
            <pc:docMk/>
            <pc:sldMk cId="2395540355" sldId="285"/>
            <ac:spMk id="2" creationId="{04749832-3D98-FB3F-4BEC-06827BCFE350}"/>
          </ac:spMkLst>
        </pc:spChg>
        <pc:spChg chg="del">
          <ac:chgData name="מגד סלאמה" userId="767647d0-5626-4b0b-8a90-e222c7acaf05" providerId="ADAL" clId="{FD0145FE-1B7C-415D-B7B8-C3586BF3D1FC}" dt="2025-02-02T21:27:41.717" v="662" actId="26606"/>
          <ac:spMkLst>
            <pc:docMk/>
            <pc:sldMk cId="2395540355" sldId="285"/>
            <ac:spMk id="3" creationId="{27D1D75A-DD5A-433D-BDF6-883635160578}"/>
          </ac:spMkLst>
        </pc:spChg>
        <pc:spChg chg="add del">
          <ac:chgData name="מגד סלאמה" userId="767647d0-5626-4b0b-8a90-e222c7acaf05" providerId="ADAL" clId="{FD0145FE-1B7C-415D-B7B8-C3586BF3D1FC}" dt="2025-02-02T21:28:26.858" v="676" actId="26606"/>
          <ac:spMkLst>
            <pc:docMk/>
            <pc:sldMk cId="2395540355" sldId="285"/>
            <ac:spMk id="9" creationId="{809C0BCD-BEE9-423F-A51C-BCCD8E5EAADA}"/>
          </ac:spMkLst>
        </pc:spChg>
        <pc:spChg chg="add del">
          <ac:chgData name="מגד סלאמה" userId="767647d0-5626-4b0b-8a90-e222c7acaf05" providerId="ADAL" clId="{FD0145FE-1B7C-415D-B7B8-C3586BF3D1FC}" dt="2025-02-02T21:28:26.858" v="676" actId="26606"/>
          <ac:spMkLst>
            <pc:docMk/>
            <pc:sldMk cId="2395540355" sldId="285"/>
            <ac:spMk id="11" creationId="{9998D094-42B2-42BA-AA14-E8FBE073A5D8}"/>
          </ac:spMkLst>
        </pc:spChg>
        <pc:spChg chg="add del">
          <ac:chgData name="מגד סלאמה" userId="767647d0-5626-4b0b-8a90-e222c7acaf05" providerId="ADAL" clId="{FD0145FE-1B7C-415D-B7B8-C3586BF3D1FC}" dt="2025-02-02T21:28:26.858" v="676" actId="26606"/>
          <ac:spMkLst>
            <pc:docMk/>
            <pc:sldMk cId="2395540355" sldId="285"/>
            <ac:spMk id="15" creationId="{63FE6F10-B3AD-4403-94CA-F5115528699D}"/>
          </ac:spMkLst>
        </pc:spChg>
        <pc:spChg chg="add del">
          <ac:chgData name="מגד סלאמה" userId="767647d0-5626-4b0b-8a90-e222c7acaf05" providerId="ADAL" clId="{FD0145FE-1B7C-415D-B7B8-C3586BF3D1FC}" dt="2025-02-02T21:28:26.858" v="676" actId="26606"/>
          <ac:spMkLst>
            <pc:docMk/>
            <pc:sldMk cId="2395540355" sldId="285"/>
            <ac:spMk id="17" creationId="{364D6A39-A4F7-4B00-9F42-3BC67177DB1F}"/>
          </ac:spMkLst>
        </pc:spChg>
        <pc:spChg chg="add del">
          <ac:chgData name="מגד סלאמה" userId="767647d0-5626-4b0b-8a90-e222c7acaf05" providerId="ADAL" clId="{FD0145FE-1B7C-415D-B7B8-C3586BF3D1FC}" dt="2025-02-02T21:28:26.858" v="676" actId="26606"/>
          <ac:spMkLst>
            <pc:docMk/>
            <pc:sldMk cId="2395540355" sldId="285"/>
            <ac:spMk id="21" creationId="{B5D0D97D-7911-4A25-88E2-4D81FD4AB294}"/>
          </ac:spMkLst>
        </pc:spChg>
        <pc:spChg chg="add del">
          <ac:chgData name="מגד סלאמה" userId="767647d0-5626-4b0b-8a90-e222c7acaf05" providerId="ADAL" clId="{FD0145FE-1B7C-415D-B7B8-C3586BF3D1FC}" dt="2025-02-02T21:28:26.838" v="675" actId="26606"/>
          <ac:spMkLst>
            <pc:docMk/>
            <pc:sldMk cId="2395540355" sldId="285"/>
            <ac:spMk id="25" creationId="{8158B2C5-6479-22ED-8A40-79B8DDBECAD2}"/>
          </ac:spMkLst>
        </pc:spChg>
        <pc:spChg chg="add del">
          <ac:chgData name="מגד סלאמה" userId="767647d0-5626-4b0b-8a90-e222c7acaf05" providerId="ADAL" clId="{FD0145FE-1B7C-415D-B7B8-C3586BF3D1FC}" dt="2025-02-02T21:28:21.777" v="667" actId="26606"/>
          <ac:spMkLst>
            <pc:docMk/>
            <pc:sldMk cId="2395540355" sldId="285"/>
            <ac:spMk id="26" creationId="{79CBD3C9-4E66-426D-948E-7CF4778107E8}"/>
          </ac:spMkLst>
        </pc:spChg>
        <pc:spChg chg="add del">
          <ac:chgData name="מגד סלאמה" userId="767647d0-5626-4b0b-8a90-e222c7acaf05" providerId="ADAL" clId="{FD0145FE-1B7C-415D-B7B8-C3586BF3D1FC}" dt="2025-02-02T21:28:21.777" v="667" actId="26606"/>
          <ac:spMkLst>
            <pc:docMk/>
            <pc:sldMk cId="2395540355" sldId="285"/>
            <ac:spMk id="28" creationId="{DDB95FCF-AD96-482F-9FB8-CD95725E6EFF}"/>
          </ac:spMkLst>
        </pc:spChg>
        <pc:spChg chg="add del">
          <ac:chgData name="מגד סלאמה" userId="767647d0-5626-4b0b-8a90-e222c7acaf05" providerId="ADAL" clId="{FD0145FE-1B7C-415D-B7B8-C3586BF3D1FC}" dt="2025-02-02T21:28:21.777" v="667" actId="26606"/>
          <ac:spMkLst>
            <pc:docMk/>
            <pc:sldMk cId="2395540355" sldId="285"/>
            <ac:spMk id="32" creationId="{2ED84DD6-8A68-4994-8094-8DDBE89BF353}"/>
          </ac:spMkLst>
        </pc:spChg>
        <pc:spChg chg="add del">
          <ac:chgData name="מגד סלאמה" userId="767647d0-5626-4b0b-8a90-e222c7acaf05" providerId="ADAL" clId="{FD0145FE-1B7C-415D-B7B8-C3586BF3D1FC}" dt="2025-02-02T21:28:21.777" v="667" actId="26606"/>
          <ac:spMkLst>
            <pc:docMk/>
            <pc:sldMk cId="2395540355" sldId="285"/>
            <ac:spMk id="34" creationId="{176049D7-366E-4AC9-B689-460CC28F8E70}"/>
          </ac:spMkLst>
        </pc:spChg>
        <pc:spChg chg="add del">
          <ac:chgData name="מגד סלאמה" userId="767647d0-5626-4b0b-8a90-e222c7acaf05" providerId="ADAL" clId="{FD0145FE-1B7C-415D-B7B8-C3586BF3D1FC}" dt="2025-02-02T21:28:21.777" v="667" actId="26606"/>
          <ac:spMkLst>
            <pc:docMk/>
            <pc:sldMk cId="2395540355" sldId="285"/>
            <ac:spMk id="38" creationId="{4AD45A04-4150-4943-BB06-EEEDDD73BFCE}"/>
          </ac:spMkLst>
        </pc:spChg>
        <pc:spChg chg="add del">
          <ac:chgData name="מגד סלאמה" userId="767647d0-5626-4b0b-8a90-e222c7acaf05" providerId="ADAL" clId="{FD0145FE-1B7C-415D-B7B8-C3586BF3D1FC}" dt="2025-02-02T21:28:23.063" v="669" actId="26606"/>
          <ac:spMkLst>
            <pc:docMk/>
            <pc:sldMk cId="2395540355" sldId="285"/>
            <ac:spMk id="40" creationId="{809C0BCD-BEE9-423F-A51C-BCCD8E5EAADA}"/>
          </ac:spMkLst>
        </pc:spChg>
        <pc:spChg chg="add del">
          <ac:chgData name="מגד סלאמה" userId="767647d0-5626-4b0b-8a90-e222c7acaf05" providerId="ADAL" clId="{FD0145FE-1B7C-415D-B7B8-C3586BF3D1FC}" dt="2025-02-02T21:28:23.063" v="669" actId="26606"/>
          <ac:spMkLst>
            <pc:docMk/>
            <pc:sldMk cId="2395540355" sldId="285"/>
            <ac:spMk id="41" creationId="{9998D094-42B2-42BA-AA14-E8FBE073A5D8}"/>
          </ac:spMkLst>
        </pc:spChg>
        <pc:spChg chg="add del">
          <ac:chgData name="מגד סלאמה" userId="767647d0-5626-4b0b-8a90-e222c7acaf05" providerId="ADAL" clId="{FD0145FE-1B7C-415D-B7B8-C3586BF3D1FC}" dt="2025-02-02T21:28:23.063" v="669" actId="26606"/>
          <ac:spMkLst>
            <pc:docMk/>
            <pc:sldMk cId="2395540355" sldId="285"/>
            <ac:spMk id="43" creationId="{63FE6F10-B3AD-4403-94CA-F5115528699D}"/>
          </ac:spMkLst>
        </pc:spChg>
        <pc:spChg chg="add del">
          <ac:chgData name="מגד סלאמה" userId="767647d0-5626-4b0b-8a90-e222c7acaf05" providerId="ADAL" clId="{FD0145FE-1B7C-415D-B7B8-C3586BF3D1FC}" dt="2025-02-02T21:28:23.063" v="669" actId="26606"/>
          <ac:spMkLst>
            <pc:docMk/>
            <pc:sldMk cId="2395540355" sldId="285"/>
            <ac:spMk id="44" creationId="{364D6A39-A4F7-4B00-9F42-3BC67177DB1F}"/>
          </ac:spMkLst>
        </pc:spChg>
        <pc:spChg chg="add del">
          <ac:chgData name="מגד סלאמה" userId="767647d0-5626-4b0b-8a90-e222c7acaf05" providerId="ADAL" clId="{FD0145FE-1B7C-415D-B7B8-C3586BF3D1FC}" dt="2025-02-02T21:28:23.063" v="669" actId="26606"/>
          <ac:spMkLst>
            <pc:docMk/>
            <pc:sldMk cId="2395540355" sldId="285"/>
            <ac:spMk id="46" creationId="{B5D0D97D-7911-4A25-88E2-4D81FD4AB294}"/>
          </ac:spMkLst>
        </pc:spChg>
        <pc:spChg chg="add del">
          <ac:chgData name="מגד סלאמה" userId="767647d0-5626-4b0b-8a90-e222c7acaf05" providerId="ADAL" clId="{FD0145FE-1B7C-415D-B7B8-C3586BF3D1FC}" dt="2025-02-02T21:28:23.995" v="671" actId="26606"/>
          <ac:spMkLst>
            <pc:docMk/>
            <pc:sldMk cId="2395540355" sldId="285"/>
            <ac:spMk id="48" creationId="{809C0BCD-BEE9-423F-A51C-BCCD8E5EAADA}"/>
          </ac:spMkLst>
        </pc:spChg>
        <pc:spChg chg="add del">
          <ac:chgData name="מגד סלאמה" userId="767647d0-5626-4b0b-8a90-e222c7acaf05" providerId="ADAL" clId="{FD0145FE-1B7C-415D-B7B8-C3586BF3D1FC}" dt="2025-02-02T21:28:23.995" v="671" actId="26606"/>
          <ac:spMkLst>
            <pc:docMk/>
            <pc:sldMk cId="2395540355" sldId="285"/>
            <ac:spMk id="49" creationId="{9998D094-42B2-42BA-AA14-E8FBE073A5D8}"/>
          </ac:spMkLst>
        </pc:spChg>
        <pc:spChg chg="add del">
          <ac:chgData name="מגד סלאמה" userId="767647d0-5626-4b0b-8a90-e222c7acaf05" providerId="ADAL" clId="{FD0145FE-1B7C-415D-B7B8-C3586BF3D1FC}" dt="2025-02-02T21:28:23.995" v="671" actId="26606"/>
          <ac:spMkLst>
            <pc:docMk/>
            <pc:sldMk cId="2395540355" sldId="285"/>
            <ac:spMk id="51" creationId="{8677094E-F0FE-4EC2-9511-5A411A2E1154}"/>
          </ac:spMkLst>
        </pc:spChg>
        <pc:spChg chg="add del">
          <ac:chgData name="מגד סלאמה" userId="767647d0-5626-4b0b-8a90-e222c7acaf05" providerId="ADAL" clId="{FD0145FE-1B7C-415D-B7B8-C3586BF3D1FC}" dt="2025-02-02T21:28:23.995" v="671" actId="26606"/>
          <ac:spMkLst>
            <pc:docMk/>
            <pc:sldMk cId="2395540355" sldId="285"/>
            <ac:spMk id="52" creationId="{E0E1ADA3-256B-436F-BB84-15BF272B4BC8}"/>
          </ac:spMkLst>
        </pc:spChg>
        <pc:spChg chg="add del">
          <ac:chgData name="מגד סלאמה" userId="767647d0-5626-4b0b-8a90-e222c7acaf05" providerId="ADAL" clId="{FD0145FE-1B7C-415D-B7B8-C3586BF3D1FC}" dt="2025-02-02T21:28:23.995" v="671" actId="26606"/>
          <ac:spMkLst>
            <pc:docMk/>
            <pc:sldMk cId="2395540355" sldId="285"/>
            <ac:spMk id="54" creationId="{5C091E65-5627-4CC0-82AA-74A3C89D7CF7}"/>
          </ac:spMkLst>
        </pc:spChg>
        <pc:spChg chg="add del">
          <ac:chgData name="מגד סלאמה" userId="767647d0-5626-4b0b-8a90-e222c7acaf05" providerId="ADAL" clId="{FD0145FE-1B7C-415D-B7B8-C3586BF3D1FC}" dt="2025-02-02T21:28:25.593" v="673" actId="26606"/>
          <ac:spMkLst>
            <pc:docMk/>
            <pc:sldMk cId="2395540355" sldId="285"/>
            <ac:spMk id="56" creationId="{809C0BCD-BEE9-423F-A51C-BCCD8E5EAADA}"/>
          </ac:spMkLst>
        </pc:spChg>
        <pc:spChg chg="add del">
          <ac:chgData name="מגד סלאמה" userId="767647d0-5626-4b0b-8a90-e222c7acaf05" providerId="ADAL" clId="{FD0145FE-1B7C-415D-B7B8-C3586BF3D1FC}" dt="2025-02-02T21:28:25.593" v="673" actId="26606"/>
          <ac:spMkLst>
            <pc:docMk/>
            <pc:sldMk cId="2395540355" sldId="285"/>
            <ac:spMk id="57" creationId="{9998D094-42B2-42BA-AA14-E8FBE073A5D8}"/>
          </ac:spMkLst>
        </pc:spChg>
        <pc:spChg chg="add del">
          <ac:chgData name="מגד סלאמה" userId="767647d0-5626-4b0b-8a90-e222c7acaf05" providerId="ADAL" clId="{FD0145FE-1B7C-415D-B7B8-C3586BF3D1FC}" dt="2025-02-02T21:28:25.593" v="673" actId="26606"/>
          <ac:spMkLst>
            <pc:docMk/>
            <pc:sldMk cId="2395540355" sldId="285"/>
            <ac:spMk id="59" creationId="{63FE6F10-B3AD-4403-94CA-F5115528699D}"/>
          </ac:spMkLst>
        </pc:spChg>
        <pc:spChg chg="add del">
          <ac:chgData name="מגד סלאמה" userId="767647d0-5626-4b0b-8a90-e222c7acaf05" providerId="ADAL" clId="{FD0145FE-1B7C-415D-B7B8-C3586BF3D1FC}" dt="2025-02-02T21:28:25.593" v="673" actId="26606"/>
          <ac:spMkLst>
            <pc:docMk/>
            <pc:sldMk cId="2395540355" sldId="285"/>
            <ac:spMk id="60" creationId="{364D6A39-A4F7-4B00-9F42-3BC67177DB1F}"/>
          </ac:spMkLst>
        </pc:spChg>
        <pc:spChg chg="add del">
          <ac:chgData name="מגד סלאמה" userId="767647d0-5626-4b0b-8a90-e222c7acaf05" providerId="ADAL" clId="{FD0145FE-1B7C-415D-B7B8-C3586BF3D1FC}" dt="2025-02-02T21:28:25.593" v="673" actId="26606"/>
          <ac:spMkLst>
            <pc:docMk/>
            <pc:sldMk cId="2395540355" sldId="285"/>
            <ac:spMk id="62" creationId="{B5D0D97D-7911-4A25-88E2-4D81FD4AB294}"/>
          </ac:spMkLst>
        </pc:spChg>
        <pc:spChg chg="add del">
          <ac:chgData name="מגד סלאמה" userId="767647d0-5626-4b0b-8a90-e222c7acaf05" providerId="ADAL" clId="{FD0145FE-1B7C-415D-B7B8-C3586BF3D1FC}" dt="2025-02-02T21:28:26.838" v="675" actId="26606"/>
          <ac:spMkLst>
            <pc:docMk/>
            <pc:sldMk cId="2395540355" sldId="285"/>
            <ac:spMk id="64" creationId="{BA2EA6A6-CD0C-4CFD-8EC2-AA44F9870331}"/>
          </ac:spMkLst>
        </pc:spChg>
        <pc:spChg chg="add">
          <ac:chgData name="מגד סלאמה" userId="767647d0-5626-4b0b-8a90-e222c7acaf05" providerId="ADAL" clId="{FD0145FE-1B7C-415D-B7B8-C3586BF3D1FC}" dt="2025-02-02T21:28:26.858" v="676" actId="26606"/>
          <ac:spMkLst>
            <pc:docMk/>
            <pc:sldMk cId="2395540355" sldId="285"/>
            <ac:spMk id="66" creationId="{79CBD3C9-4E66-426D-948E-7CF4778107E8}"/>
          </ac:spMkLst>
        </pc:spChg>
        <pc:spChg chg="add">
          <ac:chgData name="מגד סלאמה" userId="767647d0-5626-4b0b-8a90-e222c7acaf05" providerId="ADAL" clId="{FD0145FE-1B7C-415D-B7B8-C3586BF3D1FC}" dt="2025-02-02T21:28:26.858" v="676" actId="26606"/>
          <ac:spMkLst>
            <pc:docMk/>
            <pc:sldMk cId="2395540355" sldId="285"/>
            <ac:spMk id="67" creationId="{DDB95FCF-AD96-482F-9FB8-CD95725E6EFF}"/>
          </ac:spMkLst>
        </pc:spChg>
        <pc:spChg chg="add">
          <ac:chgData name="מגד סלאמה" userId="767647d0-5626-4b0b-8a90-e222c7acaf05" providerId="ADAL" clId="{FD0145FE-1B7C-415D-B7B8-C3586BF3D1FC}" dt="2025-02-02T21:28:26.858" v="676" actId="26606"/>
          <ac:spMkLst>
            <pc:docMk/>
            <pc:sldMk cId="2395540355" sldId="285"/>
            <ac:spMk id="69" creationId="{2ED84DD6-8A68-4994-8094-8DDBE89BF353}"/>
          </ac:spMkLst>
        </pc:spChg>
        <pc:spChg chg="add">
          <ac:chgData name="מגד סלאמה" userId="767647d0-5626-4b0b-8a90-e222c7acaf05" providerId="ADAL" clId="{FD0145FE-1B7C-415D-B7B8-C3586BF3D1FC}" dt="2025-02-02T21:28:26.858" v="676" actId="26606"/>
          <ac:spMkLst>
            <pc:docMk/>
            <pc:sldMk cId="2395540355" sldId="285"/>
            <ac:spMk id="70" creationId="{176049D7-366E-4AC9-B689-460CC28F8E70}"/>
          </ac:spMkLst>
        </pc:spChg>
        <pc:spChg chg="add">
          <ac:chgData name="מגד סלאמה" userId="767647d0-5626-4b0b-8a90-e222c7acaf05" providerId="ADAL" clId="{FD0145FE-1B7C-415D-B7B8-C3586BF3D1FC}" dt="2025-02-02T21:28:26.858" v="676" actId="26606"/>
          <ac:spMkLst>
            <pc:docMk/>
            <pc:sldMk cId="2395540355" sldId="285"/>
            <ac:spMk id="72" creationId="{4AD45A04-4150-4943-BB06-EEEDDD73BFCE}"/>
          </ac:spMkLst>
        </pc:spChg>
        <pc:picChg chg="add mod">
          <ac:chgData name="מגד סלאמה" userId="767647d0-5626-4b0b-8a90-e222c7acaf05" providerId="ADAL" clId="{FD0145FE-1B7C-415D-B7B8-C3586BF3D1FC}" dt="2025-02-02T21:28:26.858" v="676" actId="26606"/>
          <ac:picMkLst>
            <pc:docMk/>
            <pc:sldMk cId="2395540355" sldId="285"/>
            <ac:picMk id="4" creationId="{62AF6B4F-749A-10C0-43E8-27C3F93F5A80}"/>
          </ac:picMkLst>
        </pc:picChg>
        <pc:cxnChg chg="add del">
          <ac:chgData name="מגד סלאמה" userId="767647d0-5626-4b0b-8a90-e222c7acaf05" providerId="ADAL" clId="{FD0145FE-1B7C-415D-B7B8-C3586BF3D1FC}" dt="2025-02-02T21:28:26.858" v="676" actId="26606"/>
          <ac:cxnSpMkLst>
            <pc:docMk/>
            <pc:sldMk cId="2395540355" sldId="285"/>
            <ac:cxnSpMk id="13" creationId="{8465D64B-59F4-4BDC-B833-A17EF1E04697}"/>
          </ac:cxnSpMkLst>
        </pc:cxnChg>
        <pc:cxnChg chg="add del">
          <ac:chgData name="מגד סלאמה" userId="767647d0-5626-4b0b-8a90-e222c7acaf05" providerId="ADAL" clId="{FD0145FE-1B7C-415D-B7B8-C3586BF3D1FC}" dt="2025-02-02T21:28:26.858" v="676" actId="26606"/>
          <ac:cxnSpMkLst>
            <pc:docMk/>
            <pc:sldMk cId="2395540355" sldId="285"/>
            <ac:cxnSpMk id="19" creationId="{13553ADF-88A1-4645-B819-890CA3DF7D5B}"/>
          </ac:cxnSpMkLst>
        </pc:cxnChg>
        <pc:cxnChg chg="add del">
          <ac:chgData name="מגד סלאמה" userId="767647d0-5626-4b0b-8a90-e222c7acaf05" providerId="ADAL" clId="{FD0145FE-1B7C-415D-B7B8-C3586BF3D1FC}" dt="2025-02-02T21:28:21.777" v="667" actId="26606"/>
          <ac:cxnSpMkLst>
            <pc:docMk/>
            <pc:sldMk cId="2395540355" sldId="285"/>
            <ac:cxnSpMk id="30" creationId="{64EEEC00-AD80-4734-BEE6-04CBDEC830C9}"/>
          </ac:cxnSpMkLst>
        </pc:cxnChg>
        <pc:cxnChg chg="add del">
          <ac:chgData name="מגד סלאמה" userId="767647d0-5626-4b0b-8a90-e222c7acaf05" providerId="ADAL" clId="{FD0145FE-1B7C-415D-B7B8-C3586BF3D1FC}" dt="2025-02-02T21:28:21.777" v="667" actId="26606"/>
          <ac:cxnSpMkLst>
            <pc:docMk/>
            <pc:sldMk cId="2395540355" sldId="285"/>
            <ac:cxnSpMk id="36" creationId="{BC9E91F8-C4AE-4EB0-8B76-FF3F3FC7183D}"/>
          </ac:cxnSpMkLst>
        </pc:cxnChg>
        <pc:cxnChg chg="add del">
          <ac:chgData name="מגד סלאמה" userId="767647d0-5626-4b0b-8a90-e222c7acaf05" providerId="ADAL" clId="{FD0145FE-1B7C-415D-B7B8-C3586BF3D1FC}" dt="2025-02-02T21:28:23.063" v="669" actId="26606"/>
          <ac:cxnSpMkLst>
            <pc:docMk/>
            <pc:sldMk cId="2395540355" sldId="285"/>
            <ac:cxnSpMk id="42" creationId="{8465D64B-59F4-4BDC-B833-A17EF1E04697}"/>
          </ac:cxnSpMkLst>
        </pc:cxnChg>
        <pc:cxnChg chg="add del">
          <ac:chgData name="מגד סלאמה" userId="767647d0-5626-4b0b-8a90-e222c7acaf05" providerId="ADAL" clId="{FD0145FE-1B7C-415D-B7B8-C3586BF3D1FC}" dt="2025-02-02T21:28:23.063" v="669" actId="26606"/>
          <ac:cxnSpMkLst>
            <pc:docMk/>
            <pc:sldMk cId="2395540355" sldId="285"/>
            <ac:cxnSpMk id="45" creationId="{13553ADF-88A1-4645-B819-890CA3DF7D5B}"/>
          </ac:cxnSpMkLst>
        </pc:cxnChg>
        <pc:cxnChg chg="add del">
          <ac:chgData name="מגד סלאמה" userId="767647d0-5626-4b0b-8a90-e222c7acaf05" providerId="ADAL" clId="{FD0145FE-1B7C-415D-B7B8-C3586BF3D1FC}" dt="2025-02-02T21:28:23.995" v="671" actId="26606"/>
          <ac:cxnSpMkLst>
            <pc:docMk/>
            <pc:sldMk cId="2395540355" sldId="285"/>
            <ac:cxnSpMk id="50" creationId="{8465D64B-59F4-4BDC-B833-A17EF1E04697}"/>
          </ac:cxnSpMkLst>
        </pc:cxnChg>
        <pc:cxnChg chg="add del">
          <ac:chgData name="מגד סלאמה" userId="767647d0-5626-4b0b-8a90-e222c7acaf05" providerId="ADAL" clId="{FD0145FE-1B7C-415D-B7B8-C3586BF3D1FC}" dt="2025-02-02T21:28:23.995" v="671" actId="26606"/>
          <ac:cxnSpMkLst>
            <pc:docMk/>
            <pc:sldMk cId="2395540355" sldId="285"/>
            <ac:cxnSpMk id="53" creationId="{7DDC7D3D-A4F6-4638-B02B-2DBB6C11F5D3}"/>
          </ac:cxnSpMkLst>
        </pc:cxnChg>
        <pc:cxnChg chg="add del">
          <ac:chgData name="מגד סלאמה" userId="767647d0-5626-4b0b-8a90-e222c7acaf05" providerId="ADAL" clId="{FD0145FE-1B7C-415D-B7B8-C3586BF3D1FC}" dt="2025-02-02T21:28:25.593" v="673" actId="26606"/>
          <ac:cxnSpMkLst>
            <pc:docMk/>
            <pc:sldMk cId="2395540355" sldId="285"/>
            <ac:cxnSpMk id="58" creationId="{8465D64B-59F4-4BDC-B833-A17EF1E04697}"/>
          </ac:cxnSpMkLst>
        </pc:cxnChg>
        <pc:cxnChg chg="add del">
          <ac:chgData name="מגד סלאמה" userId="767647d0-5626-4b0b-8a90-e222c7acaf05" providerId="ADAL" clId="{FD0145FE-1B7C-415D-B7B8-C3586BF3D1FC}" dt="2025-02-02T21:28:25.593" v="673" actId="26606"/>
          <ac:cxnSpMkLst>
            <pc:docMk/>
            <pc:sldMk cId="2395540355" sldId="285"/>
            <ac:cxnSpMk id="61" creationId="{13553ADF-88A1-4645-B819-890CA3DF7D5B}"/>
          </ac:cxnSpMkLst>
        </pc:cxnChg>
        <pc:cxnChg chg="add">
          <ac:chgData name="מגד סלאמה" userId="767647d0-5626-4b0b-8a90-e222c7acaf05" providerId="ADAL" clId="{FD0145FE-1B7C-415D-B7B8-C3586BF3D1FC}" dt="2025-02-02T21:28:26.858" v="676" actId="26606"/>
          <ac:cxnSpMkLst>
            <pc:docMk/>
            <pc:sldMk cId="2395540355" sldId="285"/>
            <ac:cxnSpMk id="68" creationId="{64EEEC00-AD80-4734-BEE6-04CBDEC830C9}"/>
          </ac:cxnSpMkLst>
        </pc:cxnChg>
        <pc:cxnChg chg="add">
          <ac:chgData name="מגד סלאמה" userId="767647d0-5626-4b0b-8a90-e222c7acaf05" providerId="ADAL" clId="{FD0145FE-1B7C-415D-B7B8-C3586BF3D1FC}" dt="2025-02-02T21:28:26.858" v="676" actId="26606"/>
          <ac:cxnSpMkLst>
            <pc:docMk/>
            <pc:sldMk cId="2395540355" sldId="285"/>
            <ac:cxnSpMk id="71" creationId="{BC9E91F8-C4AE-4EB0-8B76-FF3F3FC7183D}"/>
          </ac:cxnSpMkLst>
        </pc:cxnChg>
      </pc:sldChg>
      <pc:sldChg chg="modSp new del mod">
        <pc:chgData name="מגד סלאמה" userId="767647d0-5626-4b0b-8a90-e222c7acaf05" providerId="ADAL" clId="{FD0145FE-1B7C-415D-B7B8-C3586BF3D1FC}" dt="2025-02-03T11:43:05.722" v="800" actId="47"/>
        <pc:sldMkLst>
          <pc:docMk/>
          <pc:sldMk cId="4146210586" sldId="286"/>
        </pc:sldMkLst>
        <pc:spChg chg="mod">
          <ac:chgData name="מגד סלאמה" userId="767647d0-5626-4b0b-8a90-e222c7acaf05" providerId="ADAL" clId="{FD0145FE-1B7C-415D-B7B8-C3586BF3D1FC}" dt="2025-02-03T11:28:59.566" v="695" actId="20577"/>
          <ac:spMkLst>
            <pc:docMk/>
            <pc:sldMk cId="4146210586" sldId="286"/>
            <ac:spMk id="2" creationId="{2ED20276-B7F1-A70D-D2D8-143C27CAAE99}"/>
          </ac:spMkLst>
        </pc:spChg>
        <pc:spChg chg="mod">
          <ac:chgData name="מגד סלאמה" userId="767647d0-5626-4b0b-8a90-e222c7acaf05" providerId="ADAL" clId="{FD0145FE-1B7C-415D-B7B8-C3586BF3D1FC}" dt="2025-02-03T11:42:58.793" v="799" actId="27636"/>
          <ac:spMkLst>
            <pc:docMk/>
            <pc:sldMk cId="4146210586" sldId="286"/>
            <ac:spMk id="3" creationId="{C33B6F63-5D7B-EB36-EA6B-8C33AB22FD83}"/>
          </ac:spMkLst>
        </pc:spChg>
      </pc:sldChg>
      <pc:sldChg chg="addSp delSp modSp new add del mod modTransition modNotesTx">
        <pc:chgData name="מגד סלאמה" userId="767647d0-5626-4b0b-8a90-e222c7acaf05" providerId="ADAL" clId="{FD0145FE-1B7C-415D-B7B8-C3586BF3D1FC}" dt="2025-02-03T22:52:14.146" v="1880" actId="20577"/>
        <pc:sldMkLst>
          <pc:docMk/>
          <pc:sldMk cId="665521780" sldId="287"/>
        </pc:sldMkLst>
        <pc:spChg chg="mod">
          <ac:chgData name="מגד סלאמה" userId="767647d0-5626-4b0b-8a90-e222c7acaf05" providerId="ADAL" clId="{FD0145FE-1B7C-415D-B7B8-C3586BF3D1FC}" dt="2025-02-03T11:30:44.858" v="712" actId="122"/>
          <ac:spMkLst>
            <pc:docMk/>
            <pc:sldMk cId="665521780" sldId="287"/>
            <ac:spMk id="2" creationId="{40C5BC8A-5149-1225-001F-D471F37DFBEC}"/>
          </ac:spMkLst>
        </pc:spChg>
        <pc:spChg chg="add del mod">
          <ac:chgData name="מגד סלאמה" userId="767647d0-5626-4b0b-8a90-e222c7acaf05" providerId="ADAL" clId="{FD0145FE-1B7C-415D-B7B8-C3586BF3D1FC}" dt="2025-02-03T11:33:23.689" v="752" actId="26606"/>
          <ac:spMkLst>
            <pc:docMk/>
            <pc:sldMk cId="665521780" sldId="287"/>
            <ac:spMk id="3" creationId="{5196A916-B0E8-D89F-E67B-A409FFA5CD79}"/>
          </ac:spMkLst>
        </pc:spChg>
        <pc:spChg chg="del mod">
          <ac:chgData name="מגד סלאמה" userId="767647d0-5626-4b0b-8a90-e222c7acaf05" providerId="ADAL" clId="{FD0145FE-1B7C-415D-B7B8-C3586BF3D1FC}" dt="2025-02-03T11:33:32.799" v="753" actId="478"/>
          <ac:spMkLst>
            <pc:docMk/>
            <pc:sldMk cId="665521780" sldId="287"/>
            <ac:spMk id="4" creationId="{6515E43C-4549-4A81-D8DB-2FEFB9E8C625}"/>
          </ac:spMkLst>
        </pc:spChg>
        <pc:spChg chg="add">
          <ac:chgData name="מגד סלאמה" userId="767647d0-5626-4b0b-8a90-e222c7acaf05" providerId="ADAL" clId="{FD0145FE-1B7C-415D-B7B8-C3586BF3D1FC}" dt="2025-02-03T11:32:02.956" v="733"/>
          <ac:spMkLst>
            <pc:docMk/>
            <pc:sldMk cId="665521780" sldId="287"/>
            <ac:spMk id="5" creationId="{5F94EECC-6CE9-DEFB-077C-7361A1D28782}"/>
          </ac:spMkLst>
        </pc:spChg>
        <pc:spChg chg="add">
          <ac:chgData name="מגד סלאמה" userId="767647d0-5626-4b0b-8a90-e222c7acaf05" providerId="ADAL" clId="{FD0145FE-1B7C-415D-B7B8-C3586BF3D1FC}" dt="2025-02-03T11:32:06.079" v="734"/>
          <ac:spMkLst>
            <pc:docMk/>
            <pc:sldMk cId="665521780" sldId="287"/>
            <ac:spMk id="6" creationId="{0B8F4276-0F36-83E6-064A-C11E7579807B}"/>
          </ac:spMkLst>
        </pc:spChg>
        <pc:spChg chg="add">
          <ac:chgData name="מגד סלאמה" userId="767647d0-5626-4b0b-8a90-e222c7acaf05" providerId="ADAL" clId="{FD0145FE-1B7C-415D-B7B8-C3586BF3D1FC}" dt="2025-02-03T11:32:07.659" v="735"/>
          <ac:spMkLst>
            <pc:docMk/>
            <pc:sldMk cId="665521780" sldId="287"/>
            <ac:spMk id="7" creationId="{CBCD1169-9BDA-28D7-AE36-C1A94F11DB6B}"/>
          </ac:spMkLst>
        </pc:spChg>
        <pc:spChg chg="add del mod">
          <ac:chgData name="מגד סלאמה" userId="767647d0-5626-4b0b-8a90-e222c7acaf05" providerId="ADAL" clId="{FD0145FE-1B7C-415D-B7B8-C3586BF3D1FC}" dt="2025-02-03T11:33:34.518" v="754" actId="478"/>
          <ac:spMkLst>
            <pc:docMk/>
            <pc:sldMk cId="665521780" sldId="287"/>
            <ac:spMk id="11" creationId="{C95F5AE6-F517-6515-29E0-A582B81857FA}"/>
          </ac:spMkLst>
        </pc:spChg>
        <pc:graphicFrameChg chg="add del">
          <ac:chgData name="מגד סלאמה" userId="767647d0-5626-4b0b-8a90-e222c7acaf05" providerId="ADAL" clId="{FD0145FE-1B7C-415D-B7B8-C3586BF3D1FC}" dt="2025-02-03T11:33:23.657" v="751" actId="26606"/>
          <ac:graphicFrameMkLst>
            <pc:docMk/>
            <pc:sldMk cId="665521780" sldId="287"/>
            <ac:graphicFrameMk id="8" creationId="{4D103994-1C0A-6491-A42E-27BF8E316CD2}"/>
          </ac:graphicFrameMkLst>
        </pc:graphicFrameChg>
        <pc:graphicFrameChg chg="add mod modGraphic">
          <ac:chgData name="מגד סלאמה" userId="767647d0-5626-4b0b-8a90-e222c7acaf05" providerId="ADAL" clId="{FD0145FE-1B7C-415D-B7B8-C3586BF3D1FC}" dt="2025-02-03T22:52:14.146" v="1880" actId="20577"/>
          <ac:graphicFrameMkLst>
            <pc:docMk/>
            <pc:sldMk cId="665521780" sldId="287"/>
            <ac:graphicFrameMk id="10" creationId="{01810017-00C7-3E39-E363-8251ECBA134B}"/>
          </ac:graphicFrameMkLst>
        </pc:graphicFrameChg>
        <pc:picChg chg="add del mod">
          <ac:chgData name="מגד סלאמה" userId="767647d0-5626-4b0b-8a90-e222c7acaf05" providerId="ADAL" clId="{FD0145FE-1B7C-415D-B7B8-C3586BF3D1FC}" dt="2025-02-03T14:24:35.226" v="976"/>
          <ac:picMkLst>
            <pc:docMk/>
            <pc:sldMk cId="665521780" sldId="287"/>
            <ac:picMk id="4" creationId="{7837AEB3-94D2-B5D5-7371-06F0A1B25B99}"/>
          </ac:picMkLst>
        </pc:picChg>
      </pc:sldChg>
      <pc:sldChg chg="add del">
        <pc:chgData name="מגד סלאמה" userId="767647d0-5626-4b0b-8a90-e222c7acaf05" providerId="ADAL" clId="{FD0145FE-1B7C-415D-B7B8-C3586BF3D1FC}" dt="2025-02-03T11:42:46.948" v="796"/>
        <pc:sldMkLst>
          <pc:docMk/>
          <pc:sldMk cId="2442579389" sldId="287"/>
        </pc:sldMkLst>
      </pc:sldChg>
      <pc:sldChg chg="addSp delSp modSp new mod modTransition setBg addAnim">
        <pc:chgData name="מגד סלאמה" userId="767647d0-5626-4b0b-8a90-e222c7acaf05" providerId="ADAL" clId="{FD0145FE-1B7C-415D-B7B8-C3586BF3D1FC}" dt="2025-02-03T14:24:35.226" v="976"/>
        <pc:sldMkLst>
          <pc:docMk/>
          <pc:sldMk cId="110569072" sldId="288"/>
        </pc:sldMkLst>
        <pc:spChg chg="mod">
          <ac:chgData name="מגד סלאמה" userId="767647d0-5626-4b0b-8a90-e222c7acaf05" providerId="ADAL" clId="{FD0145FE-1B7C-415D-B7B8-C3586BF3D1FC}" dt="2025-02-03T11:34:41.533" v="789" actId="26606"/>
          <ac:spMkLst>
            <pc:docMk/>
            <pc:sldMk cId="110569072" sldId="288"/>
            <ac:spMk id="2" creationId="{D2E08AEC-BDB4-0871-D8DA-A6B185B98744}"/>
          </ac:spMkLst>
        </pc:spChg>
        <pc:spChg chg="add">
          <ac:chgData name="מגד סלאמה" userId="767647d0-5626-4b0b-8a90-e222c7acaf05" providerId="ADAL" clId="{FD0145FE-1B7C-415D-B7B8-C3586BF3D1FC}" dt="2025-02-03T11:34:41.533" v="789" actId="26606"/>
          <ac:spMkLst>
            <pc:docMk/>
            <pc:sldMk cId="110569072" sldId="288"/>
            <ac:spMk id="8" creationId="{809C0BCD-BEE9-423F-A51C-BCCD8E5EAADA}"/>
          </ac:spMkLst>
        </pc:spChg>
        <pc:spChg chg="add">
          <ac:chgData name="מגד סלאמה" userId="767647d0-5626-4b0b-8a90-e222c7acaf05" providerId="ADAL" clId="{FD0145FE-1B7C-415D-B7B8-C3586BF3D1FC}" dt="2025-02-03T11:34:41.533" v="789" actId="26606"/>
          <ac:spMkLst>
            <pc:docMk/>
            <pc:sldMk cId="110569072" sldId="288"/>
            <ac:spMk id="10" creationId="{9998D094-42B2-42BA-AA14-E8FBE073A5D8}"/>
          </ac:spMkLst>
        </pc:spChg>
        <pc:spChg chg="add">
          <ac:chgData name="מגד סלאמה" userId="767647d0-5626-4b0b-8a90-e222c7acaf05" providerId="ADAL" clId="{FD0145FE-1B7C-415D-B7B8-C3586BF3D1FC}" dt="2025-02-03T11:34:41.533" v="789" actId="26606"/>
          <ac:spMkLst>
            <pc:docMk/>
            <pc:sldMk cId="110569072" sldId="288"/>
            <ac:spMk id="14" creationId="{F7726A94-1EF0-4D91-B7BF-C033E3D6E51B}"/>
          </ac:spMkLst>
        </pc:spChg>
        <pc:spChg chg="add">
          <ac:chgData name="מגד סלאמה" userId="767647d0-5626-4b0b-8a90-e222c7acaf05" providerId="ADAL" clId="{FD0145FE-1B7C-415D-B7B8-C3586BF3D1FC}" dt="2025-02-03T11:34:41.533" v="789" actId="26606"/>
          <ac:spMkLst>
            <pc:docMk/>
            <pc:sldMk cId="110569072" sldId="288"/>
            <ac:spMk id="18" creationId="{24FB4153-1E3E-4AE9-8306-E8C292894B04}"/>
          </ac:spMkLst>
        </pc:spChg>
        <pc:picChg chg="add">
          <ac:chgData name="מגד סלאמה" userId="767647d0-5626-4b0b-8a90-e222c7acaf05" providerId="ADAL" clId="{FD0145FE-1B7C-415D-B7B8-C3586BF3D1FC}" dt="2025-02-03T11:34:41.533" v="789" actId="26606"/>
          <ac:picMkLst>
            <pc:docMk/>
            <pc:sldMk cId="110569072" sldId="288"/>
            <ac:picMk id="4" creationId="{827449E3-EC02-F69F-9B87-C21229262778}"/>
          </ac:picMkLst>
        </pc:picChg>
        <pc:picChg chg="add del mod">
          <ac:chgData name="מגד סלאמה" userId="767647d0-5626-4b0b-8a90-e222c7acaf05" providerId="ADAL" clId="{FD0145FE-1B7C-415D-B7B8-C3586BF3D1FC}" dt="2025-02-03T14:24:35.226" v="976"/>
          <ac:picMkLst>
            <pc:docMk/>
            <pc:sldMk cId="110569072" sldId="288"/>
            <ac:picMk id="6" creationId="{76934580-4ECD-1B0D-09A6-F737D9BDE133}"/>
          </ac:picMkLst>
        </pc:picChg>
        <pc:cxnChg chg="add">
          <ac:chgData name="מגד סלאמה" userId="767647d0-5626-4b0b-8a90-e222c7acaf05" providerId="ADAL" clId="{FD0145FE-1B7C-415D-B7B8-C3586BF3D1FC}" dt="2025-02-03T11:34:41.533" v="789" actId="26606"/>
          <ac:cxnSpMkLst>
            <pc:docMk/>
            <pc:sldMk cId="110569072" sldId="288"/>
            <ac:cxnSpMk id="12" creationId="{8465D64B-59F4-4BDC-B833-A17EF1E04697}"/>
          </ac:cxnSpMkLst>
        </pc:cxnChg>
        <pc:cxnChg chg="add">
          <ac:chgData name="מגד סלאמה" userId="767647d0-5626-4b0b-8a90-e222c7acaf05" providerId="ADAL" clId="{FD0145FE-1B7C-415D-B7B8-C3586BF3D1FC}" dt="2025-02-03T11:34:41.533" v="789" actId="26606"/>
          <ac:cxnSpMkLst>
            <pc:docMk/>
            <pc:sldMk cId="110569072" sldId="288"/>
            <ac:cxnSpMk id="16" creationId="{98F0650C-11DF-45E6-8EC2-E3B298F0D80A}"/>
          </ac:cxnSpMkLst>
        </pc:cxnChg>
      </pc:sldChg>
      <pc:sldChg chg="addSp delSp add del setBg delDesignElem">
        <pc:chgData name="מגד סלאמה" userId="767647d0-5626-4b0b-8a90-e222c7acaf05" providerId="ADAL" clId="{FD0145FE-1B7C-415D-B7B8-C3586BF3D1FC}" dt="2025-02-03T22:52:52.030" v="1887"/>
        <pc:sldMkLst>
          <pc:docMk/>
          <pc:sldMk cId="1487441328" sldId="289"/>
        </pc:sldMkLst>
        <pc:spChg chg="add del">
          <ac:chgData name="מגד סלאמה" userId="767647d0-5626-4b0b-8a90-e222c7acaf05" providerId="ADAL" clId="{FD0145FE-1B7C-415D-B7B8-C3586BF3D1FC}" dt="2025-02-03T22:52:52.030" v="1887"/>
          <ac:spMkLst>
            <pc:docMk/>
            <pc:sldMk cId="1487441328" sldId="289"/>
            <ac:spMk id="63" creationId="{79CBD3C9-4E66-426D-948E-7CF4778107E8}"/>
          </ac:spMkLst>
        </pc:spChg>
        <pc:spChg chg="add del">
          <ac:chgData name="מגד סלאמה" userId="767647d0-5626-4b0b-8a90-e222c7acaf05" providerId="ADAL" clId="{FD0145FE-1B7C-415D-B7B8-C3586BF3D1FC}" dt="2025-02-03T22:52:52.030" v="1887"/>
          <ac:spMkLst>
            <pc:docMk/>
            <pc:sldMk cId="1487441328" sldId="289"/>
            <ac:spMk id="64" creationId="{DDB95FCF-AD96-482F-9FB8-CD95725E6EFF}"/>
          </ac:spMkLst>
        </pc:spChg>
        <pc:spChg chg="add del">
          <ac:chgData name="מגד סלאמה" userId="767647d0-5626-4b0b-8a90-e222c7acaf05" providerId="ADAL" clId="{FD0145FE-1B7C-415D-B7B8-C3586BF3D1FC}" dt="2025-02-03T22:52:52.030" v="1887"/>
          <ac:spMkLst>
            <pc:docMk/>
            <pc:sldMk cId="1487441328" sldId="289"/>
            <ac:spMk id="66" creationId="{2ED84DD6-8A68-4994-8094-8DDBE89BF353}"/>
          </ac:spMkLst>
        </pc:spChg>
        <pc:spChg chg="add del">
          <ac:chgData name="מגד סלאמה" userId="767647d0-5626-4b0b-8a90-e222c7acaf05" providerId="ADAL" clId="{FD0145FE-1B7C-415D-B7B8-C3586BF3D1FC}" dt="2025-02-03T22:52:52.030" v="1887"/>
          <ac:spMkLst>
            <pc:docMk/>
            <pc:sldMk cId="1487441328" sldId="289"/>
            <ac:spMk id="67" creationId="{176049D7-366E-4AC9-B689-460CC28F8E70}"/>
          </ac:spMkLst>
        </pc:spChg>
        <pc:spChg chg="add del">
          <ac:chgData name="מגד סלאמה" userId="767647d0-5626-4b0b-8a90-e222c7acaf05" providerId="ADAL" clId="{FD0145FE-1B7C-415D-B7B8-C3586BF3D1FC}" dt="2025-02-03T22:52:52.030" v="1887"/>
          <ac:spMkLst>
            <pc:docMk/>
            <pc:sldMk cId="1487441328" sldId="289"/>
            <ac:spMk id="69" creationId="{4AD45A04-4150-4943-BB06-EEEDDD73BFCE}"/>
          </ac:spMkLst>
        </pc:spChg>
        <pc:cxnChg chg="add del">
          <ac:chgData name="מגד סלאמה" userId="767647d0-5626-4b0b-8a90-e222c7acaf05" providerId="ADAL" clId="{FD0145FE-1B7C-415D-B7B8-C3586BF3D1FC}" dt="2025-02-03T22:52:52.030" v="1887"/>
          <ac:cxnSpMkLst>
            <pc:docMk/>
            <pc:sldMk cId="1487441328" sldId="289"/>
            <ac:cxnSpMk id="65" creationId="{64EEEC00-AD80-4734-BEE6-04CBDEC830C9}"/>
          </ac:cxnSpMkLst>
        </pc:cxnChg>
        <pc:cxnChg chg="add del">
          <ac:chgData name="מגד סלאמה" userId="767647d0-5626-4b0b-8a90-e222c7acaf05" providerId="ADAL" clId="{FD0145FE-1B7C-415D-B7B8-C3586BF3D1FC}" dt="2025-02-03T22:52:52.030" v="1887"/>
          <ac:cxnSpMkLst>
            <pc:docMk/>
            <pc:sldMk cId="1487441328" sldId="289"/>
            <ac:cxnSpMk id="68" creationId="{BC9E91F8-C4AE-4EB0-8B76-FF3F3FC7183D}"/>
          </ac:cxnSpMkLst>
        </pc:cxnChg>
      </pc:sldChg>
      <pc:sldChg chg="addSp delSp modSp new add del mod">
        <pc:chgData name="מגד סלאמה" userId="767647d0-5626-4b0b-8a90-e222c7acaf05" providerId="ADAL" clId="{FD0145FE-1B7C-415D-B7B8-C3586BF3D1FC}" dt="2025-02-03T22:53:04.908" v="1889" actId="2696"/>
        <pc:sldMkLst>
          <pc:docMk/>
          <pc:sldMk cId="2681708012" sldId="289"/>
        </pc:sldMkLst>
        <pc:spChg chg="mod">
          <ac:chgData name="מגד סלאמה" userId="767647d0-5626-4b0b-8a90-e222c7acaf05" providerId="ADAL" clId="{FD0145FE-1B7C-415D-B7B8-C3586BF3D1FC}" dt="2025-02-03T20:58:13.544" v="1069" actId="20577"/>
          <ac:spMkLst>
            <pc:docMk/>
            <pc:sldMk cId="2681708012" sldId="289"/>
            <ac:spMk id="2" creationId="{26E713C3-9AA7-7D5A-5C97-85AD6E96C4AE}"/>
          </ac:spMkLst>
        </pc:spChg>
        <pc:spChg chg="mod">
          <ac:chgData name="מגד סלאמה" userId="767647d0-5626-4b0b-8a90-e222c7acaf05" providerId="ADAL" clId="{FD0145FE-1B7C-415D-B7B8-C3586BF3D1FC}" dt="2025-02-03T21:16:04.802" v="1099"/>
          <ac:spMkLst>
            <pc:docMk/>
            <pc:sldMk cId="2681708012" sldId="289"/>
            <ac:spMk id="3" creationId="{96568D99-AEB5-60A2-58D2-660AD147BFEE}"/>
          </ac:spMkLst>
        </pc:spChg>
        <pc:spChg chg="add mod">
          <ac:chgData name="מגד סלאמה" userId="767647d0-5626-4b0b-8a90-e222c7acaf05" providerId="ADAL" clId="{FD0145FE-1B7C-415D-B7B8-C3586BF3D1FC}" dt="2025-02-03T22:31:32.147" v="1729" actId="21"/>
          <ac:spMkLst>
            <pc:docMk/>
            <pc:sldMk cId="2681708012" sldId="289"/>
            <ac:spMk id="21" creationId="{4367189E-4B00-0BAA-F8D4-A3B1DCD5C0C4}"/>
          </ac:spMkLst>
        </pc:spChg>
        <pc:graphicFrameChg chg="del">
          <ac:chgData name="מגד סלאמה" userId="767647d0-5626-4b0b-8a90-e222c7acaf05" providerId="ADAL" clId="{FD0145FE-1B7C-415D-B7B8-C3586BF3D1FC}" dt="2025-02-03T22:31:32.147" v="1729" actId="21"/>
          <ac:graphicFrameMkLst>
            <pc:docMk/>
            <pc:sldMk cId="2681708012" sldId="289"/>
            <ac:graphicFrameMk id="19" creationId="{7B37F51B-D55C-6231-F7F3-C8438EB5A604}"/>
          </ac:graphicFrameMkLst>
        </pc:graphicFrameChg>
      </pc:sldChg>
      <pc:sldChg chg="delSp add setBg delDesignElem">
        <pc:chgData name="מגד סלאמה" userId="767647d0-5626-4b0b-8a90-e222c7acaf05" providerId="ADAL" clId="{FD0145FE-1B7C-415D-B7B8-C3586BF3D1FC}" dt="2025-02-03T22:53:10.389" v="1892"/>
        <pc:sldMkLst>
          <pc:docMk/>
          <pc:sldMk cId="3290653517" sldId="289"/>
        </pc:sldMkLst>
        <pc:spChg chg="del">
          <ac:chgData name="מגד סלאמה" userId="767647d0-5626-4b0b-8a90-e222c7acaf05" providerId="ADAL" clId="{FD0145FE-1B7C-415D-B7B8-C3586BF3D1FC}" dt="2025-02-03T22:53:10.389" v="1892"/>
          <ac:spMkLst>
            <pc:docMk/>
            <pc:sldMk cId="3290653517" sldId="289"/>
            <ac:spMk id="63" creationId="{79CBD3C9-4E66-426D-948E-7CF4778107E8}"/>
          </ac:spMkLst>
        </pc:spChg>
        <pc:spChg chg="del">
          <ac:chgData name="מגד סלאמה" userId="767647d0-5626-4b0b-8a90-e222c7acaf05" providerId="ADAL" clId="{FD0145FE-1B7C-415D-B7B8-C3586BF3D1FC}" dt="2025-02-03T22:53:10.389" v="1892"/>
          <ac:spMkLst>
            <pc:docMk/>
            <pc:sldMk cId="3290653517" sldId="289"/>
            <ac:spMk id="64" creationId="{DDB95FCF-AD96-482F-9FB8-CD95725E6EFF}"/>
          </ac:spMkLst>
        </pc:spChg>
        <pc:spChg chg="del">
          <ac:chgData name="מגד סלאמה" userId="767647d0-5626-4b0b-8a90-e222c7acaf05" providerId="ADAL" clId="{FD0145FE-1B7C-415D-B7B8-C3586BF3D1FC}" dt="2025-02-03T22:53:10.389" v="1892"/>
          <ac:spMkLst>
            <pc:docMk/>
            <pc:sldMk cId="3290653517" sldId="289"/>
            <ac:spMk id="66" creationId="{2ED84DD6-8A68-4994-8094-8DDBE89BF353}"/>
          </ac:spMkLst>
        </pc:spChg>
        <pc:spChg chg="del">
          <ac:chgData name="מגד סלאמה" userId="767647d0-5626-4b0b-8a90-e222c7acaf05" providerId="ADAL" clId="{FD0145FE-1B7C-415D-B7B8-C3586BF3D1FC}" dt="2025-02-03T22:53:10.389" v="1892"/>
          <ac:spMkLst>
            <pc:docMk/>
            <pc:sldMk cId="3290653517" sldId="289"/>
            <ac:spMk id="67" creationId="{176049D7-366E-4AC9-B689-460CC28F8E70}"/>
          </ac:spMkLst>
        </pc:spChg>
        <pc:spChg chg="del">
          <ac:chgData name="מגד סלאמה" userId="767647d0-5626-4b0b-8a90-e222c7acaf05" providerId="ADAL" clId="{FD0145FE-1B7C-415D-B7B8-C3586BF3D1FC}" dt="2025-02-03T22:53:10.389" v="1892"/>
          <ac:spMkLst>
            <pc:docMk/>
            <pc:sldMk cId="3290653517" sldId="289"/>
            <ac:spMk id="69" creationId="{4AD45A04-4150-4943-BB06-EEEDDD73BFCE}"/>
          </ac:spMkLst>
        </pc:spChg>
        <pc:cxnChg chg="del">
          <ac:chgData name="מגד סלאמה" userId="767647d0-5626-4b0b-8a90-e222c7acaf05" providerId="ADAL" clId="{FD0145FE-1B7C-415D-B7B8-C3586BF3D1FC}" dt="2025-02-03T22:53:10.389" v="1892"/>
          <ac:cxnSpMkLst>
            <pc:docMk/>
            <pc:sldMk cId="3290653517" sldId="289"/>
            <ac:cxnSpMk id="65" creationId="{64EEEC00-AD80-4734-BEE6-04CBDEC830C9}"/>
          </ac:cxnSpMkLst>
        </pc:cxnChg>
        <pc:cxnChg chg="del">
          <ac:chgData name="מגד סלאמה" userId="767647d0-5626-4b0b-8a90-e222c7acaf05" providerId="ADAL" clId="{FD0145FE-1B7C-415D-B7B8-C3586BF3D1FC}" dt="2025-02-03T22:53:10.389" v="1892"/>
          <ac:cxnSpMkLst>
            <pc:docMk/>
            <pc:sldMk cId="3290653517" sldId="289"/>
            <ac:cxnSpMk id="68" creationId="{BC9E91F8-C4AE-4EB0-8B76-FF3F3FC7183D}"/>
          </ac:cxnSpMkLst>
        </pc:cxnChg>
      </pc:sldChg>
      <pc:sldChg chg="new add del">
        <pc:chgData name="מגד סלאמה" userId="767647d0-5626-4b0b-8a90-e222c7acaf05" providerId="ADAL" clId="{FD0145FE-1B7C-415D-B7B8-C3586BF3D1FC}" dt="2025-02-03T11:42:50.049" v="797" actId="680"/>
        <pc:sldMkLst>
          <pc:docMk/>
          <pc:sldMk cId="3679997098" sldId="289"/>
        </pc:sldMkLst>
      </pc:sldChg>
      <pc:sldChg chg="delSp modSp new mod">
        <pc:chgData name="מגד סלאמה" userId="767647d0-5626-4b0b-8a90-e222c7acaf05" providerId="ADAL" clId="{FD0145FE-1B7C-415D-B7B8-C3586BF3D1FC}" dt="2025-02-03T21:18:22.725" v="1125" actId="14100"/>
        <pc:sldMkLst>
          <pc:docMk/>
          <pc:sldMk cId="2001763566" sldId="290"/>
        </pc:sldMkLst>
        <pc:spChg chg="mod">
          <ac:chgData name="מגד סלאמה" userId="767647d0-5626-4b0b-8a90-e222c7acaf05" providerId="ADAL" clId="{FD0145FE-1B7C-415D-B7B8-C3586BF3D1FC}" dt="2025-02-03T20:58:49.987" v="1088" actId="122"/>
          <ac:spMkLst>
            <pc:docMk/>
            <pc:sldMk cId="2001763566" sldId="290"/>
            <ac:spMk id="2" creationId="{CD3FC3BF-2668-9A25-2E9A-98594B1269B5}"/>
          </ac:spMkLst>
        </pc:spChg>
        <pc:spChg chg="del">
          <ac:chgData name="מגד סלאמה" userId="767647d0-5626-4b0b-8a90-e222c7acaf05" providerId="ADAL" clId="{FD0145FE-1B7C-415D-B7B8-C3586BF3D1FC}" dt="2025-02-03T20:58:43.196" v="1085" actId="478"/>
          <ac:spMkLst>
            <pc:docMk/>
            <pc:sldMk cId="2001763566" sldId="290"/>
            <ac:spMk id="3" creationId="{42D04B0A-4CF2-9646-C742-CF080D0697FF}"/>
          </ac:spMkLst>
        </pc:spChg>
        <pc:spChg chg="mod">
          <ac:chgData name="מגד סלאמה" userId="767647d0-5626-4b0b-8a90-e222c7acaf05" providerId="ADAL" clId="{FD0145FE-1B7C-415D-B7B8-C3586BF3D1FC}" dt="2025-02-03T21:18:18.724" v="1124"/>
          <ac:spMkLst>
            <pc:docMk/>
            <pc:sldMk cId="2001763566" sldId="290"/>
            <ac:spMk id="4" creationId="{EEF0F695-4DA3-987F-EEBE-13A0F2DA0CE2}"/>
          </ac:spMkLst>
        </pc:spChg>
        <pc:spChg chg="del">
          <ac:chgData name="מגד סלאמה" userId="767647d0-5626-4b0b-8a90-e222c7acaf05" providerId="ADAL" clId="{FD0145FE-1B7C-415D-B7B8-C3586BF3D1FC}" dt="2025-02-03T20:58:44.603" v="1086" actId="478"/>
          <ac:spMkLst>
            <pc:docMk/>
            <pc:sldMk cId="2001763566" sldId="290"/>
            <ac:spMk id="5" creationId="{4D85A9D9-F72D-4FF2-E9A4-C00D69B380B0}"/>
          </ac:spMkLst>
        </pc:spChg>
        <pc:spChg chg="mod">
          <ac:chgData name="מגד סלאמה" userId="767647d0-5626-4b0b-8a90-e222c7acaf05" providerId="ADAL" clId="{FD0145FE-1B7C-415D-B7B8-C3586BF3D1FC}" dt="2025-02-03T21:18:22.725" v="1125" actId="14100"/>
          <ac:spMkLst>
            <pc:docMk/>
            <pc:sldMk cId="2001763566" sldId="290"/>
            <ac:spMk id="6" creationId="{9B3A4D17-69C0-499F-A555-4B53345A0BDA}"/>
          </ac:spMkLst>
        </pc:spChg>
      </pc:sldChg>
      <pc:sldChg chg="add">
        <pc:chgData name="מגד סלאמה" userId="767647d0-5626-4b0b-8a90-e222c7acaf05" providerId="ADAL" clId="{FD0145FE-1B7C-415D-B7B8-C3586BF3D1FC}" dt="2025-02-03T22:53:10.389" v="1892"/>
        <pc:sldMkLst>
          <pc:docMk/>
          <pc:sldMk cId="2584321279" sldId="291"/>
        </pc:sldMkLst>
      </pc:sldChg>
      <pc:sldChg chg="addSp delSp modSp new add del mod">
        <pc:chgData name="מגד סלאמה" userId="767647d0-5626-4b0b-8a90-e222c7acaf05" providerId="ADAL" clId="{FD0145FE-1B7C-415D-B7B8-C3586BF3D1FC}" dt="2025-02-03T22:53:04.908" v="1889" actId="2696"/>
        <pc:sldMkLst>
          <pc:docMk/>
          <pc:sldMk cId="3382409031" sldId="291"/>
        </pc:sldMkLst>
        <pc:spChg chg="add mod">
          <ac:chgData name="מגד סלאמה" userId="767647d0-5626-4b0b-8a90-e222c7acaf05" providerId="ADAL" clId="{FD0145FE-1B7C-415D-B7B8-C3586BF3D1FC}" dt="2025-02-03T22:36:23.152" v="1832" actId="208"/>
          <ac:spMkLst>
            <pc:docMk/>
            <pc:sldMk cId="3382409031" sldId="291"/>
            <ac:spMk id="2" creationId="{DBC21E6D-9A0B-C90D-117C-D0A974ED207A}"/>
          </ac:spMkLst>
        </pc:spChg>
        <pc:spChg chg="add mod">
          <ac:chgData name="מגד סלאמה" userId="767647d0-5626-4b0b-8a90-e222c7acaf05" providerId="ADAL" clId="{FD0145FE-1B7C-415D-B7B8-C3586BF3D1FC}" dt="2025-02-03T22:38:22.858" v="1854" actId="313"/>
          <ac:spMkLst>
            <pc:docMk/>
            <pc:sldMk cId="3382409031" sldId="291"/>
            <ac:spMk id="3" creationId="{0E00495E-8321-DDA6-AF9E-F5230B372401}"/>
          </ac:spMkLst>
        </pc:spChg>
        <pc:spChg chg="add mod">
          <ac:chgData name="מגד סלאמה" userId="767647d0-5626-4b0b-8a90-e222c7acaf05" providerId="ADAL" clId="{FD0145FE-1B7C-415D-B7B8-C3586BF3D1FC}" dt="2025-02-03T22:37:08.981" v="1840" actId="1076"/>
          <ac:spMkLst>
            <pc:docMk/>
            <pc:sldMk cId="3382409031" sldId="291"/>
            <ac:spMk id="4" creationId="{4F74483B-351F-B525-8D81-FA1E7ECC778C}"/>
          </ac:spMkLst>
        </pc:spChg>
        <pc:spChg chg="add del mod">
          <ac:chgData name="מגד סלאמה" userId="767647d0-5626-4b0b-8a90-e222c7acaf05" providerId="ADAL" clId="{FD0145FE-1B7C-415D-B7B8-C3586BF3D1FC}" dt="2025-02-03T22:31:39.340" v="1730" actId="478"/>
          <ac:spMkLst>
            <pc:docMk/>
            <pc:sldMk cId="3382409031" sldId="291"/>
            <ac:spMk id="5" creationId="{6AA1201C-044C-27D1-C57A-FE43DFA35012}"/>
          </ac:spMkLst>
        </pc:spChg>
        <pc:spChg chg="add mod">
          <ac:chgData name="מגד סלאמה" userId="767647d0-5626-4b0b-8a90-e222c7acaf05" providerId="ADAL" clId="{FD0145FE-1B7C-415D-B7B8-C3586BF3D1FC}" dt="2025-02-03T22:37:06.714" v="1839" actId="1076"/>
          <ac:spMkLst>
            <pc:docMk/>
            <pc:sldMk cId="3382409031" sldId="291"/>
            <ac:spMk id="6" creationId="{57071CFC-85BE-DA46-4B3B-0B06926B52C2}"/>
          </ac:spMkLst>
        </pc:spChg>
        <pc:spChg chg="add mod">
          <ac:chgData name="מגד סלאמה" userId="767647d0-5626-4b0b-8a90-e222c7acaf05" providerId="ADAL" clId="{FD0145FE-1B7C-415D-B7B8-C3586BF3D1FC}" dt="2025-02-03T22:36:44.758" v="1836" actId="208"/>
          <ac:spMkLst>
            <pc:docMk/>
            <pc:sldMk cId="3382409031" sldId="291"/>
            <ac:spMk id="7" creationId="{651D912C-4E50-C7E0-C98A-599860543CB7}"/>
          </ac:spMkLst>
        </pc:spChg>
        <pc:spChg chg="add mod">
          <ac:chgData name="מגד סלאמה" userId="767647d0-5626-4b0b-8a90-e222c7acaf05" providerId="ADAL" clId="{FD0145FE-1B7C-415D-B7B8-C3586BF3D1FC}" dt="2025-02-03T22:35:42.960" v="1830" actId="20577"/>
          <ac:spMkLst>
            <pc:docMk/>
            <pc:sldMk cId="3382409031" sldId="291"/>
            <ac:spMk id="8" creationId="{EBBA67A2-1C02-DBA0-E014-F87BFF0AD1A5}"/>
          </ac:spMkLst>
        </pc:spChg>
        <pc:graphicFrameChg chg="add mod modGraphic">
          <ac:chgData name="מגד סלאמה" userId="767647d0-5626-4b0b-8a90-e222c7acaf05" providerId="ADAL" clId="{FD0145FE-1B7C-415D-B7B8-C3586BF3D1FC}" dt="2025-02-03T22:38:43.316" v="1857"/>
          <ac:graphicFrameMkLst>
            <pc:docMk/>
            <pc:sldMk cId="3382409031" sldId="291"/>
            <ac:graphicFrameMk id="19" creationId="{7B37F51B-D55C-6231-F7F3-C8438EB5A604}"/>
          </ac:graphicFrameMkLst>
        </pc:graphicFrameChg>
      </pc:sldChg>
      <pc:sldChg chg="add del">
        <pc:chgData name="מגד סלאמה" userId="767647d0-5626-4b0b-8a90-e222c7acaf05" providerId="ADAL" clId="{FD0145FE-1B7C-415D-B7B8-C3586BF3D1FC}" dt="2025-02-03T22:52:52.030" v="1887"/>
        <pc:sldMkLst>
          <pc:docMk/>
          <pc:sldMk cId="4241199805" sldId="291"/>
        </pc:sldMkLst>
      </pc:sldChg>
    </pc:docChg>
  </pc:docChgLst>
  <pc:docChgLst>
    <pc:chgData name="מוראד עסאקלה" userId="dadc3539-881f-463a-a6d8-7d95d4cac27e" providerId="ADAL" clId="{1EEAC86B-9D86-48CF-8A0A-F9000FB36D6C}"/>
    <pc:docChg chg="undo redo custSel addSld delSld modSld sldOrd addSection delSection">
      <pc:chgData name="מוראד עסאקלה" userId="dadc3539-881f-463a-a6d8-7d95d4cac27e" providerId="ADAL" clId="{1EEAC86B-9D86-48CF-8A0A-F9000FB36D6C}" dt="2025-02-03T23:38:34.232" v="1573" actId="20577"/>
      <pc:docMkLst>
        <pc:docMk/>
      </pc:docMkLst>
      <pc:sldChg chg="modSp new mod">
        <pc:chgData name="מוראד עסאקלה" userId="dadc3539-881f-463a-a6d8-7d95d4cac27e" providerId="ADAL" clId="{1EEAC86B-9D86-48CF-8A0A-F9000FB36D6C}" dt="2025-02-02T14:16:34.557" v="319"/>
        <pc:sldMkLst>
          <pc:docMk/>
          <pc:sldMk cId="7251100" sldId="256"/>
        </pc:sldMkLst>
        <pc:spChg chg="mod">
          <ac:chgData name="מוראד עסאקלה" userId="dadc3539-881f-463a-a6d8-7d95d4cac27e" providerId="ADAL" clId="{1EEAC86B-9D86-48CF-8A0A-F9000FB36D6C}" dt="2025-02-02T14:16:34.557" v="319"/>
          <ac:spMkLst>
            <pc:docMk/>
            <pc:sldMk cId="7251100" sldId="256"/>
            <ac:spMk id="2" creationId="{CF7B1CF9-D510-6911-263F-C52492F82436}"/>
          </ac:spMkLst>
        </pc:spChg>
        <pc:spChg chg="mod">
          <ac:chgData name="מוראד עסאקלה" userId="dadc3539-881f-463a-a6d8-7d95d4cac27e" providerId="ADAL" clId="{1EEAC86B-9D86-48CF-8A0A-F9000FB36D6C}" dt="2025-02-02T14:16:34.557" v="319"/>
          <ac:spMkLst>
            <pc:docMk/>
            <pc:sldMk cId="7251100" sldId="256"/>
            <ac:spMk id="3" creationId="{8C04394D-723C-9739-779E-73C6929802F5}"/>
          </ac:spMkLst>
        </pc:spChg>
      </pc:sldChg>
      <pc:sldChg chg="modSp add mod">
        <pc:chgData name="מוראד עסאקלה" userId="dadc3539-881f-463a-a6d8-7d95d4cac27e" providerId="ADAL" clId="{1EEAC86B-9D86-48CF-8A0A-F9000FB36D6C}" dt="2025-02-02T14:16:34.557" v="319"/>
        <pc:sldMkLst>
          <pc:docMk/>
          <pc:sldMk cId="3255566685" sldId="257"/>
        </pc:sldMkLst>
        <pc:spChg chg="mod">
          <ac:chgData name="מוראד עסאקלה" userId="dadc3539-881f-463a-a6d8-7d95d4cac27e" providerId="ADAL" clId="{1EEAC86B-9D86-48CF-8A0A-F9000FB36D6C}" dt="2025-02-02T14:16:34.557" v="319"/>
          <ac:spMkLst>
            <pc:docMk/>
            <pc:sldMk cId="3255566685" sldId="257"/>
            <ac:spMk id="2" creationId="{5BC6EA45-E3E6-7FCA-B124-7B30061B4B9F}"/>
          </ac:spMkLst>
        </pc:spChg>
        <pc:spChg chg="mod">
          <ac:chgData name="מוראד עסאקלה" userId="dadc3539-881f-463a-a6d8-7d95d4cac27e" providerId="ADAL" clId="{1EEAC86B-9D86-48CF-8A0A-F9000FB36D6C}" dt="2025-02-02T14:16:34.557" v="319"/>
          <ac:spMkLst>
            <pc:docMk/>
            <pc:sldMk cId="3255566685" sldId="257"/>
            <ac:spMk id="3" creationId="{66B2FBDE-86B5-3952-6DA6-EE840374C9E5}"/>
          </ac:spMkLst>
        </pc:spChg>
      </pc:sldChg>
      <pc:sldChg chg="addSp delSp modSp new mod modNotesTx">
        <pc:chgData name="מוראד עסאקלה" userId="dadc3539-881f-463a-a6d8-7d95d4cac27e" providerId="ADAL" clId="{1EEAC86B-9D86-48CF-8A0A-F9000FB36D6C}" dt="2025-02-02T18:00:12.026" v="557" actId="20577"/>
        <pc:sldMkLst>
          <pc:docMk/>
          <pc:sldMk cId="1522257192" sldId="258"/>
        </pc:sldMkLst>
        <pc:spChg chg="mod">
          <ac:chgData name="מוראד עסאקלה" userId="dadc3539-881f-463a-a6d8-7d95d4cac27e" providerId="ADAL" clId="{1EEAC86B-9D86-48CF-8A0A-F9000FB36D6C}" dt="2025-02-02T18:00:12.026" v="557" actId="20577"/>
          <ac:spMkLst>
            <pc:docMk/>
            <pc:sldMk cId="1522257192" sldId="258"/>
            <ac:spMk id="2" creationId="{7520D8D5-53A0-D74F-E0DF-CF14C608BA9E}"/>
          </ac:spMkLst>
        </pc:spChg>
        <pc:spChg chg="del">
          <ac:chgData name="מוראד עסאקלה" userId="dadc3539-881f-463a-a6d8-7d95d4cac27e" providerId="ADAL" clId="{1EEAC86B-9D86-48CF-8A0A-F9000FB36D6C}" dt="2025-02-02T14:07:47.414" v="48" actId="478"/>
          <ac:spMkLst>
            <pc:docMk/>
            <pc:sldMk cId="1522257192" sldId="258"/>
            <ac:spMk id="3" creationId="{C6FCE43F-81E4-9EC3-E40E-7DE368F970B5}"/>
          </ac:spMkLst>
        </pc:spChg>
        <pc:spChg chg="add mod">
          <ac:chgData name="מוראד עסאקלה" userId="dadc3539-881f-463a-a6d8-7d95d4cac27e" providerId="ADAL" clId="{1EEAC86B-9D86-48CF-8A0A-F9000FB36D6C}" dt="2025-02-02T14:17:25.355" v="322" actId="13822"/>
          <ac:spMkLst>
            <pc:docMk/>
            <pc:sldMk cId="1522257192" sldId="258"/>
            <ac:spMk id="4" creationId="{BB4DEC8D-5A2E-A51B-FE82-660A1D3E29B3}"/>
          </ac:spMkLst>
        </pc:spChg>
        <pc:spChg chg="add mod">
          <ac:chgData name="מוראד עסאקלה" userId="dadc3539-881f-463a-a6d8-7d95d4cac27e" providerId="ADAL" clId="{1EEAC86B-9D86-48CF-8A0A-F9000FB36D6C}" dt="2025-02-02T14:10:15.387" v="127" actId="1076"/>
          <ac:spMkLst>
            <pc:docMk/>
            <pc:sldMk cId="1522257192" sldId="258"/>
            <ac:spMk id="5" creationId="{9A34F6C7-C15F-9167-4197-5280B7CFBBE5}"/>
          </ac:spMkLst>
        </pc:spChg>
        <pc:spChg chg="add mod">
          <ac:chgData name="מוראד עסאקלה" userId="dadc3539-881f-463a-a6d8-7d95d4cac27e" providerId="ADAL" clId="{1EEAC86B-9D86-48CF-8A0A-F9000FB36D6C}" dt="2025-02-02T14:10:12.791" v="126" actId="1076"/>
          <ac:spMkLst>
            <pc:docMk/>
            <pc:sldMk cId="1522257192" sldId="258"/>
            <ac:spMk id="6" creationId="{4ADE1B0D-B046-FE4D-6424-7F9BBE8819CF}"/>
          </ac:spMkLst>
        </pc:spChg>
        <pc:spChg chg="add del mod">
          <ac:chgData name="מוראד עסאקלה" userId="dadc3539-881f-463a-a6d8-7d95d4cac27e" providerId="ADAL" clId="{1EEAC86B-9D86-48CF-8A0A-F9000FB36D6C}" dt="2025-02-02T14:10:09.441" v="125" actId="1076"/>
          <ac:spMkLst>
            <pc:docMk/>
            <pc:sldMk cId="1522257192" sldId="258"/>
            <ac:spMk id="7" creationId="{E1CDE79B-91C9-71E8-6125-00F207E86972}"/>
          </ac:spMkLst>
        </pc:spChg>
        <pc:spChg chg="add mod">
          <ac:chgData name="מוראד עסאקלה" userId="dadc3539-881f-463a-a6d8-7d95d4cac27e" providerId="ADAL" clId="{1EEAC86B-9D86-48CF-8A0A-F9000FB36D6C}" dt="2025-02-02T14:10:04.780" v="124" actId="1076"/>
          <ac:spMkLst>
            <pc:docMk/>
            <pc:sldMk cId="1522257192" sldId="258"/>
            <ac:spMk id="8" creationId="{D83A89FE-0530-7D4F-1218-7A3CF13BAEA3}"/>
          </ac:spMkLst>
        </pc:spChg>
        <pc:spChg chg="add del mod">
          <ac:chgData name="מוראד עסאקלה" userId="dadc3539-881f-463a-a6d8-7d95d4cac27e" providerId="ADAL" clId="{1EEAC86B-9D86-48CF-8A0A-F9000FB36D6C}" dt="2025-02-02T17:59:26.914" v="537" actId="478"/>
          <ac:spMkLst>
            <pc:docMk/>
            <pc:sldMk cId="1522257192" sldId="258"/>
            <ac:spMk id="9" creationId="{C8066907-041A-D536-5237-3EB9F895B9FA}"/>
          </ac:spMkLst>
        </pc:spChg>
        <pc:spChg chg="add mod">
          <ac:chgData name="מוראד עסאקלה" userId="dadc3539-881f-463a-a6d8-7d95d4cac27e" providerId="ADAL" clId="{1EEAC86B-9D86-48CF-8A0A-F9000FB36D6C}" dt="2025-02-02T17:59:44.923" v="541" actId="1076"/>
          <ac:spMkLst>
            <pc:docMk/>
            <pc:sldMk cId="1522257192" sldId="258"/>
            <ac:spMk id="10" creationId="{2A3D6C11-EFB8-3D96-CCCD-FD3A52369500}"/>
          </ac:spMkLst>
        </pc:spChg>
        <pc:spChg chg="add mod">
          <ac:chgData name="מוראד עסאקלה" userId="dadc3539-881f-463a-a6d8-7d95d4cac27e" providerId="ADAL" clId="{1EEAC86B-9D86-48CF-8A0A-F9000FB36D6C}" dt="2025-02-02T14:11:17.906" v="164" actId="1076"/>
          <ac:spMkLst>
            <pc:docMk/>
            <pc:sldMk cId="1522257192" sldId="258"/>
            <ac:spMk id="11" creationId="{6BDD7EB0-B0DF-C0DF-766C-157B0B99D907}"/>
          </ac:spMkLst>
        </pc:spChg>
        <pc:spChg chg="add mod">
          <ac:chgData name="מוראד עסאקלה" userId="dadc3539-881f-463a-a6d8-7d95d4cac27e" providerId="ADAL" clId="{1EEAC86B-9D86-48CF-8A0A-F9000FB36D6C}" dt="2025-02-02T17:59:49.055" v="542" actId="1076"/>
          <ac:spMkLst>
            <pc:docMk/>
            <pc:sldMk cId="1522257192" sldId="258"/>
            <ac:spMk id="12" creationId="{7568AD3B-0A0E-CEB4-CDA9-2733CECBEF04}"/>
          </ac:spMkLst>
        </pc:spChg>
        <pc:spChg chg="add mod">
          <ac:chgData name="מוראד עסאקלה" userId="dadc3539-881f-463a-a6d8-7d95d4cac27e" providerId="ADAL" clId="{1EEAC86B-9D86-48CF-8A0A-F9000FB36D6C}" dt="2025-02-02T17:59:55.643" v="543" actId="1076"/>
          <ac:spMkLst>
            <pc:docMk/>
            <pc:sldMk cId="1522257192" sldId="258"/>
            <ac:spMk id="13" creationId="{B42969E0-80DF-A1BD-A427-87A90CB88CFB}"/>
          </ac:spMkLst>
        </pc:spChg>
        <pc:spChg chg="add mod">
          <ac:chgData name="מוראד עסאקלה" userId="dadc3539-881f-463a-a6d8-7d95d4cac27e" providerId="ADAL" clId="{1EEAC86B-9D86-48CF-8A0A-F9000FB36D6C}" dt="2025-02-02T17:48:14.031" v="356" actId="113"/>
          <ac:spMkLst>
            <pc:docMk/>
            <pc:sldMk cId="1522257192" sldId="258"/>
            <ac:spMk id="38" creationId="{AD222A21-AE72-C5F9-6365-ECA18CE70D13}"/>
          </ac:spMkLst>
        </pc:spChg>
        <pc:spChg chg="add mod">
          <ac:chgData name="מוראד עסאקלה" userId="dadc3539-881f-463a-a6d8-7d95d4cac27e" providerId="ADAL" clId="{1EEAC86B-9D86-48CF-8A0A-F9000FB36D6C}" dt="2025-02-02T17:46:11.480" v="336" actId="1076"/>
          <ac:spMkLst>
            <pc:docMk/>
            <pc:sldMk cId="1522257192" sldId="258"/>
            <ac:spMk id="41" creationId="{2F24B1C1-03B5-1D08-78E6-29B63C984B27}"/>
          </ac:spMkLst>
        </pc:spChg>
        <pc:cxnChg chg="add mod">
          <ac:chgData name="מוראד עסאקלה" userId="dadc3539-881f-463a-a6d8-7d95d4cac27e" providerId="ADAL" clId="{1EEAC86B-9D86-48CF-8A0A-F9000FB36D6C}" dt="2025-02-02T14:16:56.409" v="321" actId="1076"/>
          <ac:cxnSpMkLst>
            <pc:docMk/>
            <pc:sldMk cId="1522257192" sldId="258"/>
            <ac:cxnSpMk id="15" creationId="{D28215C7-B873-0870-F517-9E284D35580C}"/>
          </ac:cxnSpMkLst>
        </pc:cxnChg>
        <pc:cxnChg chg="add mod">
          <ac:chgData name="מוראד עסאקלה" userId="dadc3539-881f-463a-a6d8-7d95d4cac27e" providerId="ADAL" clId="{1EEAC86B-9D86-48CF-8A0A-F9000FB36D6C}" dt="2025-02-02T14:12:47.258" v="223" actId="13822"/>
          <ac:cxnSpMkLst>
            <pc:docMk/>
            <pc:sldMk cId="1522257192" sldId="258"/>
            <ac:cxnSpMk id="17" creationId="{E4547399-A080-C912-581A-22E6F9B99000}"/>
          </ac:cxnSpMkLst>
        </pc:cxnChg>
        <pc:cxnChg chg="add mod">
          <ac:chgData name="מוראד עסאקלה" userId="dadc3539-881f-463a-a6d8-7d95d4cac27e" providerId="ADAL" clId="{1EEAC86B-9D86-48CF-8A0A-F9000FB36D6C}" dt="2025-02-02T14:12:55.990" v="226" actId="14100"/>
          <ac:cxnSpMkLst>
            <pc:docMk/>
            <pc:sldMk cId="1522257192" sldId="258"/>
            <ac:cxnSpMk id="19" creationId="{7E6E428B-F981-A2B8-01CD-4865E28A1DFA}"/>
          </ac:cxnSpMkLst>
        </pc:cxnChg>
        <pc:cxnChg chg="add mod">
          <ac:chgData name="מוראד עסאקלה" userId="dadc3539-881f-463a-a6d8-7d95d4cac27e" providerId="ADAL" clId="{1EEAC86B-9D86-48CF-8A0A-F9000FB36D6C}" dt="2025-02-02T14:13:03.559" v="229" actId="14100"/>
          <ac:cxnSpMkLst>
            <pc:docMk/>
            <pc:sldMk cId="1522257192" sldId="258"/>
            <ac:cxnSpMk id="22" creationId="{57713B37-F941-19E3-5E3F-8E9708F04CE3}"/>
          </ac:cxnSpMkLst>
        </pc:cxnChg>
        <pc:cxnChg chg="add mod">
          <ac:chgData name="מוראד עסאקלה" userId="dadc3539-881f-463a-a6d8-7d95d4cac27e" providerId="ADAL" clId="{1EEAC86B-9D86-48CF-8A0A-F9000FB36D6C}" dt="2025-02-02T17:59:26.914" v="537" actId="478"/>
          <ac:cxnSpMkLst>
            <pc:docMk/>
            <pc:sldMk cId="1522257192" sldId="258"/>
            <ac:cxnSpMk id="25" creationId="{7E56ED4D-1175-AA54-15CF-83F249A0255C}"/>
          </ac:cxnSpMkLst>
        </pc:cxnChg>
        <pc:cxnChg chg="add del mod">
          <ac:chgData name="מוראד עסאקלה" userId="dadc3539-881f-463a-a6d8-7d95d4cac27e" providerId="ADAL" clId="{1EEAC86B-9D86-48CF-8A0A-F9000FB36D6C}" dt="2025-02-02T17:59:35.705" v="540" actId="478"/>
          <ac:cxnSpMkLst>
            <pc:docMk/>
            <pc:sldMk cId="1522257192" sldId="258"/>
            <ac:cxnSpMk id="29" creationId="{115B235A-5ACF-2310-A575-934560E89EC7}"/>
          </ac:cxnSpMkLst>
        </pc:cxnChg>
        <pc:cxnChg chg="add mod">
          <ac:chgData name="מוראד עסאקלה" userId="dadc3539-881f-463a-a6d8-7d95d4cac27e" providerId="ADAL" clId="{1EEAC86B-9D86-48CF-8A0A-F9000FB36D6C}" dt="2025-02-02T17:59:49.055" v="542" actId="1076"/>
          <ac:cxnSpMkLst>
            <pc:docMk/>
            <pc:sldMk cId="1522257192" sldId="258"/>
            <ac:cxnSpMk id="32" creationId="{576F3C54-4841-9BCA-BADF-F03613A77ADE}"/>
          </ac:cxnSpMkLst>
        </pc:cxnChg>
        <pc:cxnChg chg="add mod">
          <ac:chgData name="מוראד עסאקלה" userId="dadc3539-881f-463a-a6d8-7d95d4cac27e" providerId="ADAL" clId="{1EEAC86B-9D86-48CF-8A0A-F9000FB36D6C}" dt="2025-02-02T17:59:55.643" v="543" actId="1076"/>
          <ac:cxnSpMkLst>
            <pc:docMk/>
            <pc:sldMk cId="1522257192" sldId="258"/>
            <ac:cxnSpMk id="35" creationId="{D9B130BC-6B15-7797-998B-4793B002A4A7}"/>
          </ac:cxnSpMkLst>
        </pc:cxnChg>
      </pc:sldChg>
      <pc:sldChg chg="addSp modSp add del mod ord modNotesTx">
        <pc:chgData name="מוראד עסאקלה" userId="dadc3539-881f-463a-a6d8-7d95d4cac27e" providerId="ADAL" clId="{1EEAC86B-9D86-48CF-8A0A-F9000FB36D6C}" dt="2025-02-02T18:01:48.777" v="590" actId="47"/>
        <pc:sldMkLst>
          <pc:docMk/>
          <pc:sldMk cId="1062729219" sldId="259"/>
        </pc:sldMkLst>
        <pc:spChg chg="mod">
          <ac:chgData name="מוראד עסאקלה" userId="dadc3539-881f-463a-a6d8-7d95d4cac27e" providerId="ADAL" clId="{1EEAC86B-9D86-48CF-8A0A-F9000FB36D6C}" dt="2025-02-02T17:49:20.180" v="379" actId="20577"/>
          <ac:spMkLst>
            <pc:docMk/>
            <pc:sldMk cId="1062729219" sldId="259"/>
            <ac:spMk id="2" creationId="{801402A1-434D-08DF-7C69-0E7B1FEE698A}"/>
          </ac:spMkLst>
        </pc:spChg>
        <pc:spChg chg="add mod">
          <ac:chgData name="מוראד עסאקלה" userId="dadc3539-881f-463a-a6d8-7d95d4cac27e" providerId="ADAL" clId="{1EEAC86B-9D86-48CF-8A0A-F9000FB36D6C}" dt="2025-02-02T17:49:05.217" v="365" actId="1076"/>
          <ac:spMkLst>
            <pc:docMk/>
            <pc:sldMk cId="1062729219" sldId="259"/>
            <ac:spMk id="3" creationId="{5ED75BB3-9D1C-EF33-6052-3BAFCE909DC1}"/>
          </ac:spMkLst>
        </pc:spChg>
        <pc:spChg chg="mod">
          <ac:chgData name="מוראד עסאקלה" userId="dadc3539-881f-463a-a6d8-7d95d4cac27e" providerId="ADAL" clId="{1EEAC86B-9D86-48CF-8A0A-F9000FB36D6C}" dt="2025-02-02T17:47:17.717" v="351" actId="13822"/>
          <ac:spMkLst>
            <pc:docMk/>
            <pc:sldMk cId="1062729219" sldId="259"/>
            <ac:spMk id="4" creationId="{B58A9297-EAEC-82C2-F4C1-095710457879}"/>
          </ac:spMkLst>
        </pc:spChg>
        <pc:spChg chg="mod">
          <ac:chgData name="מוראד עסאקלה" userId="dadc3539-881f-463a-a6d8-7d95d4cac27e" providerId="ADAL" clId="{1EEAC86B-9D86-48CF-8A0A-F9000FB36D6C}" dt="2025-02-02T17:47:15.485" v="350" actId="13822"/>
          <ac:spMkLst>
            <pc:docMk/>
            <pc:sldMk cId="1062729219" sldId="259"/>
            <ac:spMk id="5" creationId="{1C2C362A-B1B9-95EA-9D00-996A5F73B5C3}"/>
          </ac:spMkLst>
        </pc:spChg>
        <pc:spChg chg="mod">
          <ac:chgData name="מוראד עסאקלה" userId="dadc3539-881f-463a-a6d8-7d95d4cac27e" providerId="ADAL" clId="{1EEAC86B-9D86-48CF-8A0A-F9000FB36D6C}" dt="2025-02-02T17:48:05.177" v="355"/>
          <ac:spMkLst>
            <pc:docMk/>
            <pc:sldMk cId="1062729219" sldId="259"/>
            <ac:spMk id="38" creationId="{2E1A0E2E-89A5-5866-1EE3-D4683DE61FFE}"/>
          </ac:spMkLst>
        </pc:spChg>
        <pc:spChg chg="mod">
          <ac:chgData name="מוראד עסאקלה" userId="dadc3539-881f-463a-a6d8-7d95d4cac27e" providerId="ADAL" clId="{1EEAC86B-9D86-48CF-8A0A-F9000FB36D6C}" dt="2025-02-02T17:47:09.705" v="349" actId="1076"/>
          <ac:spMkLst>
            <pc:docMk/>
            <pc:sldMk cId="1062729219" sldId="259"/>
            <ac:spMk id="41" creationId="{06D77A3C-7D34-1757-F2B7-544E60D34537}"/>
          </ac:spMkLst>
        </pc:spChg>
      </pc:sldChg>
      <pc:sldChg chg="addSp modSp add del mod modNotesTx">
        <pc:chgData name="מוראד עסאקלה" userId="dadc3539-881f-463a-a6d8-7d95d4cac27e" providerId="ADAL" clId="{1EEAC86B-9D86-48CF-8A0A-F9000FB36D6C}" dt="2025-02-02T18:02:39.772" v="606" actId="47"/>
        <pc:sldMkLst>
          <pc:docMk/>
          <pc:sldMk cId="344532090" sldId="260"/>
        </pc:sldMkLst>
        <pc:spChg chg="mod">
          <ac:chgData name="מוראד עסאקלה" userId="dadc3539-881f-463a-a6d8-7d95d4cac27e" providerId="ADAL" clId="{1EEAC86B-9D86-48CF-8A0A-F9000FB36D6C}" dt="2025-02-02T17:54:15.169" v="422" actId="20577"/>
          <ac:spMkLst>
            <pc:docMk/>
            <pc:sldMk cId="344532090" sldId="260"/>
            <ac:spMk id="2" creationId="{B8DE5CE4-200A-9E89-74F6-4A999BFCDC47}"/>
          </ac:spMkLst>
        </pc:spChg>
        <pc:spChg chg="mod">
          <ac:chgData name="מוראד עסאקלה" userId="dadc3539-881f-463a-a6d8-7d95d4cac27e" providerId="ADAL" clId="{1EEAC86B-9D86-48CF-8A0A-F9000FB36D6C}" dt="2025-02-02T17:50:15.106" v="393" actId="13822"/>
          <ac:spMkLst>
            <pc:docMk/>
            <pc:sldMk cId="344532090" sldId="260"/>
            <ac:spMk id="5" creationId="{44415F7A-25AD-8235-6052-8CDC3B0EDD6C}"/>
          </ac:spMkLst>
        </pc:spChg>
        <pc:spChg chg="mod">
          <ac:chgData name="מוראד עסאקלה" userId="dadc3539-881f-463a-a6d8-7d95d4cac27e" providerId="ADAL" clId="{1EEAC86B-9D86-48CF-8A0A-F9000FB36D6C}" dt="2025-02-02T17:50:22.206" v="394" actId="13822"/>
          <ac:spMkLst>
            <pc:docMk/>
            <pc:sldMk cId="344532090" sldId="260"/>
            <ac:spMk id="6" creationId="{06445B7F-7184-41EE-2E67-E47BB9D7F759}"/>
          </ac:spMkLst>
        </pc:spChg>
        <pc:spChg chg="add mod">
          <ac:chgData name="מוראד עסאקלה" userId="dadc3539-881f-463a-a6d8-7d95d4cac27e" providerId="ADAL" clId="{1EEAC86B-9D86-48CF-8A0A-F9000FB36D6C}" dt="2025-02-02T17:52:10.044" v="402" actId="1076"/>
          <ac:spMkLst>
            <pc:docMk/>
            <pc:sldMk cId="344532090" sldId="260"/>
            <ac:spMk id="11" creationId="{28765142-C624-830A-6FD9-93BD887F99B3}"/>
          </ac:spMkLst>
        </pc:spChg>
        <pc:spChg chg="mod">
          <ac:chgData name="מוראד עסאקלה" userId="dadc3539-881f-463a-a6d8-7d95d4cac27e" providerId="ADAL" clId="{1EEAC86B-9D86-48CF-8A0A-F9000FB36D6C}" dt="2025-02-02T17:54:21.205" v="423"/>
          <ac:spMkLst>
            <pc:docMk/>
            <pc:sldMk cId="344532090" sldId="260"/>
            <ac:spMk id="38" creationId="{89BB4E07-79A8-A87D-5ED6-537920A3BC91}"/>
          </ac:spMkLst>
        </pc:spChg>
      </pc:sldChg>
      <pc:sldChg chg="new del">
        <pc:chgData name="מוראד עסאקלה" userId="dadc3539-881f-463a-a6d8-7d95d4cac27e" providerId="ADAL" clId="{1EEAC86B-9D86-48CF-8A0A-F9000FB36D6C}" dt="2025-02-02T17:50:04.084" v="391" actId="680"/>
        <pc:sldMkLst>
          <pc:docMk/>
          <pc:sldMk cId="3610311892" sldId="260"/>
        </pc:sldMkLst>
      </pc:sldChg>
      <pc:sldChg chg="addSp modSp add del mod modNotesTx">
        <pc:chgData name="מוראד עסאקלה" userId="dadc3539-881f-463a-a6d8-7d95d4cac27e" providerId="ADAL" clId="{1EEAC86B-9D86-48CF-8A0A-F9000FB36D6C}" dt="2025-02-02T18:05:49.085" v="615" actId="47"/>
        <pc:sldMkLst>
          <pc:docMk/>
          <pc:sldMk cId="3318228583" sldId="261"/>
        </pc:sldMkLst>
        <pc:spChg chg="mod">
          <ac:chgData name="מוראד עסאקלה" userId="dadc3539-881f-463a-a6d8-7d95d4cac27e" providerId="ADAL" clId="{1EEAC86B-9D86-48CF-8A0A-F9000FB36D6C}" dt="2025-02-02T17:55:19.871" v="482" actId="313"/>
          <ac:spMkLst>
            <pc:docMk/>
            <pc:sldMk cId="3318228583" sldId="261"/>
            <ac:spMk id="2" creationId="{1EFFFA8E-6DC7-FD42-D4E3-3E0C1EF05B61}"/>
          </ac:spMkLst>
        </pc:spChg>
        <pc:spChg chg="mod">
          <ac:chgData name="מוראד עסאקלה" userId="dadc3539-881f-463a-a6d8-7d95d4cac27e" providerId="ADAL" clId="{1EEAC86B-9D86-48CF-8A0A-F9000FB36D6C}" dt="2025-02-02T17:52:20.683" v="404" actId="13822"/>
          <ac:spMkLst>
            <pc:docMk/>
            <pc:sldMk cId="3318228583" sldId="261"/>
            <ac:spMk id="6" creationId="{09339140-ADBC-D62F-6AC9-1B600FA7A464}"/>
          </ac:spMkLst>
        </pc:spChg>
        <pc:spChg chg="mod">
          <ac:chgData name="מוראד עסאקלה" userId="dadc3539-881f-463a-a6d8-7d95d4cac27e" providerId="ADAL" clId="{1EEAC86B-9D86-48CF-8A0A-F9000FB36D6C}" dt="2025-02-02T17:53:21.978" v="413" actId="13822"/>
          <ac:spMkLst>
            <pc:docMk/>
            <pc:sldMk cId="3318228583" sldId="261"/>
            <ac:spMk id="7" creationId="{CD7558B6-1636-8B66-6CF4-42302CDF3C4E}"/>
          </ac:spMkLst>
        </pc:spChg>
        <pc:spChg chg="add mod">
          <ac:chgData name="מוראד עסאקלה" userId="dadc3539-881f-463a-a6d8-7d95d4cac27e" providerId="ADAL" clId="{1EEAC86B-9D86-48CF-8A0A-F9000FB36D6C}" dt="2025-02-02T17:53:35.669" v="417" actId="20577"/>
          <ac:spMkLst>
            <pc:docMk/>
            <pc:sldMk cId="3318228583" sldId="261"/>
            <ac:spMk id="14" creationId="{2D0F1654-F6A2-0F4C-926D-645C91CE1604}"/>
          </ac:spMkLst>
        </pc:spChg>
        <pc:spChg chg="mod">
          <ac:chgData name="מוראד עסאקלה" userId="dadc3539-881f-463a-a6d8-7d95d4cac27e" providerId="ADAL" clId="{1EEAC86B-9D86-48CF-8A0A-F9000FB36D6C}" dt="2025-02-02T17:55:06.138" v="462" actId="20577"/>
          <ac:spMkLst>
            <pc:docMk/>
            <pc:sldMk cId="3318228583" sldId="261"/>
            <ac:spMk id="38" creationId="{E8A3ED3D-3311-839E-2463-981D1679C16E}"/>
          </ac:spMkLst>
        </pc:spChg>
      </pc:sldChg>
      <pc:sldChg chg="addSp modSp add del mod modNotesTx">
        <pc:chgData name="מוראד עסאקלה" userId="dadc3539-881f-463a-a6d8-7d95d4cac27e" providerId="ADAL" clId="{1EEAC86B-9D86-48CF-8A0A-F9000FB36D6C}" dt="2025-02-02T18:06:46.393" v="624" actId="47"/>
        <pc:sldMkLst>
          <pc:docMk/>
          <pc:sldMk cId="2270018293" sldId="262"/>
        </pc:sldMkLst>
        <pc:spChg chg="mod">
          <ac:chgData name="מוראד עסאקלה" userId="dadc3539-881f-463a-a6d8-7d95d4cac27e" providerId="ADAL" clId="{1EEAC86B-9D86-48CF-8A0A-F9000FB36D6C}" dt="2025-02-02T17:56:54.544" v="507" actId="20577"/>
          <ac:spMkLst>
            <pc:docMk/>
            <pc:sldMk cId="2270018293" sldId="262"/>
            <ac:spMk id="2" creationId="{7BB766B4-6002-45E4-4376-8310A428035D}"/>
          </ac:spMkLst>
        </pc:spChg>
        <pc:spChg chg="mod">
          <ac:chgData name="מוראד עסאקלה" userId="dadc3539-881f-463a-a6d8-7d95d4cac27e" providerId="ADAL" clId="{1EEAC86B-9D86-48CF-8A0A-F9000FB36D6C}" dt="2025-02-02T17:56:59.131" v="508" actId="13822"/>
          <ac:spMkLst>
            <pc:docMk/>
            <pc:sldMk cId="2270018293" sldId="262"/>
            <ac:spMk id="7" creationId="{10DBC31C-49BE-6049-1277-238371C221C9}"/>
          </ac:spMkLst>
        </pc:spChg>
        <pc:spChg chg="mod">
          <ac:chgData name="מוראד עסאקלה" userId="dadc3539-881f-463a-a6d8-7d95d4cac27e" providerId="ADAL" clId="{1EEAC86B-9D86-48CF-8A0A-F9000FB36D6C}" dt="2025-02-02T17:57:06.558" v="509" actId="13822"/>
          <ac:spMkLst>
            <pc:docMk/>
            <pc:sldMk cId="2270018293" sldId="262"/>
            <ac:spMk id="8" creationId="{F5488981-663B-5184-FD74-0E5FCC56F09F}"/>
          </ac:spMkLst>
        </pc:spChg>
        <pc:spChg chg="add mod">
          <ac:chgData name="מוראד עסאקלה" userId="dadc3539-881f-463a-a6d8-7d95d4cac27e" providerId="ADAL" clId="{1EEAC86B-9D86-48CF-8A0A-F9000FB36D6C}" dt="2025-02-02T17:58:29.252" v="531" actId="20577"/>
          <ac:spMkLst>
            <pc:docMk/>
            <pc:sldMk cId="2270018293" sldId="262"/>
            <ac:spMk id="16" creationId="{698A30F7-DFB8-2A48-8E0A-0B633B5F1A50}"/>
          </ac:spMkLst>
        </pc:spChg>
        <pc:spChg chg="mod">
          <ac:chgData name="מוראד עסאקלה" userId="dadc3539-881f-463a-a6d8-7d95d4cac27e" providerId="ADAL" clId="{1EEAC86B-9D86-48CF-8A0A-F9000FB36D6C}" dt="2025-02-02T17:57:40.091" v="510"/>
          <ac:spMkLst>
            <pc:docMk/>
            <pc:sldMk cId="2270018293" sldId="262"/>
            <ac:spMk id="38" creationId="{7FF4847A-08D4-84B5-EC9F-176CB1B41496}"/>
          </ac:spMkLst>
        </pc:spChg>
      </pc:sldChg>
      <pc:sldChg chg="modSp add del mod">
        <pc:chgData name="מוראד עסאקלה" userId="dadc3539-881f-463a-a6d8-7d95d4cac27e" providerId="ADAL" clId="{1EEAC86B-9D86-48CF-8A0A-F9000FB36D6C}" dt="2025-02-02T18:06:44.455" v="623" actId="47"/>
        <pc:sldMkLst>
          <pc:docMk/>
          <pc:sldMk cId="1993836098" sldId="263"/>
        </pc:sldMkLst>
        <pc:spChg chg="mod">
          <ac:chgData name="מוראד עסאקלה" userId="dadc3539-881f-463a-a6d8-7d95d4cac27e" providerId="ADAL" clId="{1EEAC86B-9D86-48CF-8A0A-F9000FB36D6C}" dt="2025-02-02T17:58:59.462" v="534" actId="13822"/>
          <ac:spMkLst>
            <pc:docMk/>
            <pc:sldMk cId="1993836098" sldId="263"/>
            <ac:spMk id="8" creationId="{21F4AF3E-729E-429D-85B7-8ECDDDE86F07}"/>
          </ac:spMkLst>
        </pc:spChg>
        <pc:spChg chg="mod">
          <ac:chgData name="מוראד עסאקלה" userId="dadc3539-881f-463a-a6d8-7d95d4cac27e" providerId="ADAL" clId="{1EEAC86B-9D86-48CF-8A0A-F9000FB36D6C}" dt="2025-02-02T17:59:07.903" v="536" actId="13822"/>
          <ac:spMkLst>
            <pc:docMk/>
            <pc:sldMk cId="1993836098" sldId="263"/>
            <ac:spMk id="13" creationId="{113B5AD5-4C6D-37B3-1D9B-90A1EDDA01F7}"/>
          </ac:spMkLst>
        </pc:spChg>
      </pc:sldChg>
      <pc:sldChg chg="addSp delSp modSp add mod modNotesTx">
        <pc:chgData name="מוראד עסאקלה" userId="dadc3539-881f-463a-a6d8-7d95d4cac27e" providerId="ADAL" clId="{1EEAC86B-9D86-48CF-8A0A-F9000FB36D6C}" dt="2025-02-03T21:18:20.215" v="1391" actId="22"/>
        <pc:sldMkLst>
          <pc:docMk/>
          <pc:sldMk cId="1876776276" sldId="264"/>
        </pc:sldMkLst>
        <pc:spChg chg="mod">
          <ac:chgData name="מוראד עסאקלה" userId="dadc3539-881f-463a-a6d8-7d95d4cac27e" providerId="ADAL" clId="{1EEAC86B-9D86-48CF-8A0A-F9000FB36D6C}" dt="2025-02-02T18:01:07.494" v="587" actId="20577"/>
          <ac:spMkLst>
            <pc:docMk/>
            <pc:sldMk cId="1876776276" sldId="264"/>
            <ac:spMk id="2" creationId="{35C8A22B-5ABF-C6D0-37B3-986A67AA6448}"/>
          </ac:spMkLst>
        </pc:spChg>
        <pc:spChg chg="mod">
          <ac:chgData name="מוראד עסאקלה" userId="dadc3539-881f-463a-a6d8-7d95d4cac27e" providerId="ADAL" clId="{1EEAC86B-9D86-48CF-8A0A-F9000FB36D6C}" dt="2025-02-02T18:00:31.809" v="563" actId="13822"/>
          <ac:spMkLst>
            <pc:docMk/>
            <pc:sldMk cId="1876776276" sldId="264"/>
            <ac:spMk id="4" creationId="{F6292DFF-CEB8-29BA-3B3B-8837103731CA}"/>
          </ac:spMkLst>
        </pc:spChg>
        <pc:spChg chg="mod">
          <ac:chgData name="מוראד עסאקלה" userId="dadc3539-881f-463a-a6d8-7d95d4cac27e" providerId="ADAL" clId="{1EEAC86B-9D86-48CF-8A0A-F9000FB36D6C}" dt="2025-02-02T18:00:37.078" v="565" actId="13822"/>
          <ac:spMkLst>
            <pc:docMk/>
            <pc:sldMk cId="1876776276" sldId="264"/>
            <ac:spMk id="5" creationId="{87A0D606-1285-6DB0-2F89-BD2025D0C33B}"/>
          </ac:spMkLst>
        </pc:spChg>
        <pc:spChg chg="add del mod">
          <ac:chgData name="מוראד עסאקלה" userId="dadc3539-881f-463a-a6d8-7d95d4cac27e" providerId="ADAL" clId="{1EEAC86B-9D86-48CF-8A0A-F9000FB36D6C}" dt="2025-02-03T21:18:20.215" v="1391" actId="22"/>
          <ac:spMkLst>
            <pc:docMk/>
            <pc:sldMk cId="1876776276" sldId="264"/>
            <ac:spMk id="9" creationId="{4337181E-EC66-C70A-822A-E9EF23734CA9}"/>
          </ac:spMkLst>
        </pc:spChg>
        <pc:spChg chg="add mod">
          <ac:chgData name="מוראד עסאקלה" userId="dadc3539-881f-463a-a6d8-7d95d4cac27e" providerId="ADAL" clId="{1EEAC86B-9D86-48CF-8A0A-F9000FB36D6C}" dt="2025-02-02T18:00:55.153" v="568" actId="1076"/>
          <ac:spMkLst>
            <pc:docMk/>
            <pc:sldMk cId="1876776276" sldId="264"/>
            <ac:spMk id="11" creationId="{985E85A9-5897-44B1-20DC-50EB5AE7D9A2}"/>
          </ac:spMkLst>
        </pc:spChg>
        <pc:spChg chg="mod">
          <ac:chgData name="מוראד עסאקלה" userId="dadc3539-881f-463a-a6d8-7d95d4cac27e" providerId="ADAL" clId="{1EEAC86B-9D86-48CF-8A0A-F9000FB36D6C}" dt="2025-02-03T13:12:01.834" v="923" actId="1076"/>
          <ac:spMkLst>
            <pc:docMk/>
            <pc:sldMk cId="1876776276" sldId="264"/>
            <ac:spMk id="38" creationId="{38C20E96-ACB4-A893-4127-B283A97B9FE7}"/>
          </ac:spMkLst>
        </pc:spChg>
        <pc:graphicFrameChg chg="add del modGraphic">
          <ac:chgData name="מוראד עסאקלה" userId="dadc3539-881f-463a-a6d8-7d95d4cac27e" providerId="ADAL" clId="{1EEAC86B-9D86-48CF-8A0A-F9000FB36D6C}" dt="2025-02-02T18:00:25.302" v="562" actId="27309"/>
          <ac:graphicFrameMkLst>
            <pc:docMk/>
            <pc:sldMk cId="1876776276" sldId="264"/>
            <ac:graphicFrameMk id="9" creationId="{A8FB59D4-B137-2BC9-3FDB-A4497636AF44}"/>
          </ac:graphicFrameMkLst>
        </pc:graphicFrameChg>
      </pc:sldChg>
      <pc:sldChg chg="addSp delSp modSp add mod modNotesTx">
        <pc:chgData name="מוראד עסאקלה" userId="dadc3539-881f-463a-a6d8-7d95d4cac27e" providerId="ADAL" clId="{1EEAC86B-9D86-48CF-8A0A-F9000FB36D6C}" dt="2025-02-03T15:27:53.869" v="1317" actId="20577"/>
        <pc:sldMkLst>
          <pc:docMk/>
          <pc:sldMk cId="3968918835" sldId="265"/>
        </pc:sldMkLst>
        <pc:spChg chg="mod">
          <ac:chgData name="מוראד עסאקלה" userId="dadc3539-881f-463a-a6d8-7d95d4cac27e" providerId="ADAL" clId="{1EEAC86B-9D86-48CF-8A0A-F9000FB36D6C}" dt="2025-02-02T18:02:15.467" v="601" actId="20577"/>
          <ac:spMkLst>
            <pc:docMk/>
            <pc:sldMk cId="3968918835" sldId="265"/>
            <ac:spMk id="2" creationId="{79FC55B3-7E9C-6A78-9F0F-5B4B24A77FBB}"/>
          </ac:spMkLst>
        </pc:spChg>
        <pc:spChg chg="add mod">
          <ac:chgData name="מוראד עסאקלה" userId="dadc3539-881f-463a-a6d8-7d95d4cac27e" providerId="ADAL" clId="{1EEAC86B-9D86-48CF-8A0A-F9000FB36D6C}" dt="2025-02-02T18:02:25.823" v="604" actId="1076"/>
          <ac:spMkLst>
            <pc:docMk/>
            <pc:sldMk cId="3968918835" sldId="265"/>
            <ac:spMk id="3" creationId="{FD59BDD6-A09F-52FE-7CF9-FFF5EAF8F757}"/>
          </ac:spMkLst>
        </pc:spChg>
        <pc:spChg chg="mod">
          <ac:chgData name="מוראד עסאקלה" userId="dadc3539-881f-463a-a6d8-7d95d4cac27e" providerId="ADAL" clId="{1EEAC86B-9D86-48CF-8A0A-F9000FB36D6C}" dt="2025-02-02T18:02:01.054" v="592" actId="13822"/>
          <ac:spMkLst>
            <pc:docMk/>
            <pc:sldMk cId="3968918835" sldId="265"/>
            <ac:spMk id="5" creationId="{23B3D34C-5BCE-AAB6-0680-FC4AEA962973}"/>
          </ac:spMkLst>
        </pc:spChg>
        <pc:spChg chg="mod">
          <ac:chgData name="מוראד עסאקלה" userId="dadc3539-881f-463a-a6d8-7d95d4cac27e" providerId="ADAL" clId="{1EEAC86B-9D86-48CF-8A0A-F9000FB36D6C}" dt="2025-02-02T18:02:04.586" v="593" actId="13822"/>
          <ac:spMkLst>
            <pc:docMk/>
            <pc:sldMk cId="3968918835" sldId="265"/>
            <ac:spMk id="6" creationId="{A785E870-C900-3C17-06EF-46A8A2AD3621}"/>
          </ac:spMkLst>
        </pc:spChg>
        <pc:spChg chg="add del mod">
          <ac:chgData name="מוראד עסאקלה" userId="dadc3539-881f-463a-a6d8-7d95d4cac27e" providerId="ADAL" clId="{1EEAC86B-9D86-48CF-8A0A-F9000FB36D6C}" dt="2025-02-03T15:27:53.869" v="1317" actId="20577"/>
          <ac:spMkLst>
            <pc:docMk/>
            <pc:sldMk cId="3968918835" sldId="265"/>
            <ac:spMk id="38" creationId="{645D35F6-3647-4EBD-46D9-2F83F6BEBDAB}"/>
          </ac:spMkLst>
        </pc:spChg>
      </pc:sldChg>
      <pc:sldChg chg="addSp modSp add mod modNotesTx">
        <pc:chgData name="מוראד עסאקלה" userId="dadc3539-881f-463a-a6d8-7d95d4cac27e" providerId="ADAL" clId="{1EEAC86B-9D86-48CF-8A0A-F9000FB36D6C}" dt="2025-02-03T15:37:35.795" v="1363" actId="20577"/>
        <pc:sldMkLst>
          <pc:docMk/>
          <pc:sldMk cId="2598865893" sldId="266"/>
        </pc:sldMkLst>
        <pc:spChg chg="mod">
          <ac:chgData name="מוראד עסאקלה" userId="dadc3539-881f-463a-a6d8-7d95d4cac27e" providerId="ADAL" clId="{1EEAC86B-9D86-48CF-8A0A-F9000FB36D6C}" dt="2025-02-02T18:02:57.467" v="608"/>
          <ac:spMkLst>
            <pc:docMk/>
            <pc:sldMk cId="2598865893" sldId="266"/>
            <ac:spMk id="2" creationId="{BABB034E-F384-5F5D-9CB3-78614465EF32}"/>
          </ac:spMkLst>
        </pc:spChg>
        <pc:spChg chg="mod">
          <ac:chgData name="מוראד עסאקלה" userId="dadc3539-881f-463a-a6d8-7d95d4cac27e" providerId="ADAL" clId="{1EEAC86B-9D86-48CF-8A0A-F9000FB36D6C}" dt="2025-02-02T18:05:35.299" v="613" actId="13822"/>
          <ac:spMkLst>
            <pc:docMk/>
            <pc:sldMk cId="2598865893" sldId="266"/>
            <ac:spMk id="6" creationId="{CB8AB91F-B30B-E631-0874-BF64BE21AFEB}"/>
          </ac:spMkLst>
        </pc:spChg>
        <pc:spChg chg="mod">
          <ac:chgData name="מוראד עסאקלה" userId="dadc3539-881f-463a-a6d8-7d95d4cac27e" providerId="ADAL" clId="{1EEAC86B-9D86-48CF-8A0A-F9000FB36D6C}" dt="2025-02-02T18:05:40.087" v="614" actId="13822"/>
          <ac:spMkLst>
            <pc:docMk/>
            <pc:sldMk cId="2598865893" sldId="266"/>
            <ac:spMk id="7" creationId="{475D23A2-0B6D-F45E-FF38-FA8EE36AB32F}"/>
          </ac:spMkLst>
        </pc:spChg>
        <pc:spChg chg="add mod">
          <ac:chgData name="מוראד עסאקלה" userId="dadc3539-881f-463a-a6d8-7d95d4cac27e" providerId="ADAL" clId="{1EEAC86B-9D86-48CF-8A0A-F9000FB36D6C}" dt="2025-02-02T18:05:31.786" v="612" actId="1076"/>
          <ac:spMkLst>
            <pc:docMk/>
            <pc:sldMk cId="2598865893" sldId="266"/>
            <ac:spMk id="9" creationId="{5DB41C37-5D00-3CF7-8DAC-D2217CECAC19}"/>
          </ac:spMkLst>
        </pc:spChg>
        <pc:spChg chg="mod">
          <ac:chgData name="מוראד עסאקלה" userId="dadc3539-881f-463a-a6d8-7d95d4cac27e" providerId="ADAL" clId="{1EEAC86B-9D86-48CF-8A0A-F9000FB36D6C}" dt="2025-02-03T15:37:35.795" v="1363" actId="20577"/>
          <ac:spMkLst>
            <pc:docMk/>
            <pc:sldMk cId="2598865893" sldId="266"/>
            <ac:spMk id="38" creationId="{12BCAEFD-30F6-DA17-5736-8B7C5CC27121}"/>
          </ac:spMkLst>
        </pc:spChg>
      </pc:sldChg>
      <pc:sldChg chg="addSp delSp modSp add mod modNotesTx">
        <pc:chgData name="מוראד עסאקלה" userId="dadc3539-881f-463a-a6d8-7d95d4cac27e" providerId="ADAL" clId="{1EEAC86B-9D86-48CF-8A0A-F9000FB36D6C}" dt="2025-02-03T13:15:42.562" v="1053" actId="20577"/>
        <pc:sldMkLst>
          <pc:docMk/>
          <pc:sldMk cId="1857319085" sldId="267"/>
        </pc:sldMkLst>
        <pc:spChg chg="mod">
          <ac:chgData name="מוראד עסאקלה" userId="dadc3539-881f-463a-a6d8-7d95d4cac27e" providerId="ADAL" clId="{1EEAC86B-9D86-48CF-8A0A-F9000FB36D6C}" dt="2025-02-02T18:09:45.249" v="679" actId="20577"/>
          <ac:spMkLst>
            <pc:docMk/>
            <pc:sldMk cId="1857319085" sldId="267"/>
            <ac:spMk id="2" creationId="{FF3D8D33-DA97-CE84-0F31-B8581B5E3CD9}"/>
          </ac:spMkLst>
        </pc:spChg>
        <pc:spChg chg="mod">
          <ac:chgData name="מוראד עסאקלה" userId="dadc3539-881f-463a-a6d8-7d95d4cac27e" providerId="ADAL" clId="{1EEAC86B-9D86-48CF-8A0A-F9000FB36D6C}" dt="2025-02-02T18:06:03.806" v="617" actId="13822"/>
          <ac:spMkLst>
            <pc:docMk/>
            <pc:sldMk cId="1857319085" sldId="267"/>
            <ac:spMk id="7" creationId="{7CA1B89D-5D54-981C-7727-2B5203C6C8B9}"/>
          </ac:spMkLst>
        </pc:spChg>
        <pc:spChg chg="mod">
          <ac:chgData name="מוראד עסאקלה" userId="dadc3539-881f-463a-a6d8-7d95d4cac27e" providerId="ADAL" clId="{1EEAC86B-9D86-48CF-8A0A-F9000FB36D6C}" dt="2025-02-02T18:06:07.464" v="618" actId="13822"/>
          <ac:spMkLst>
            <pc:docMk/>
            <pc:sldMk cId="1857319085" sldId="267"/>
            <ac:spMk id="8" creationId="{C7CDD51C-269A-BBC7-9DEC-DC214EA9F8B3}"/>
          </ac:spMkLst>
        </pc:spChg>
        <pc:spChg chg="add del">
          <ac:chgData name="מוראד עסאקלה" userId="dadc3539-881f-463a-a6d8-7d95d4cac27e" providerId="ADAL" clId="{1EEAC86B-9D86-48CF-8A0A-F9000FB36D6C}" dt="2025-02-02T18:06:21.333" v="621" actId="22"/>
          <ac:spMkLst>
            <pc:docMk/>
            <pc:sldMk cId="1857319085" sldId="267"/>
            <ac:spMk id="16" creationId="{229E80A9-8150-5AE2-2541-4D284D23F963}"/>
          </ac:spMkLst>
        </pc:spChg>
        <pc:spChg chg="add mod">
          <ac:chgData name="מוראד עסאקלה" userId="dadc3539-881f-463a-a6d8-7d95d4cac27e" providerId="ADAL" clId="{1EEAC86B-9D86-48CF-8A0A-F9000FB36D6C}" dt="2025-02-02T18:06:25.977" v="622"/>
          <ac:spMkLst>
            <pc:docMk/>
            <pc:sldMk cId="1857319085" sldId="267"/>
            <ac:spMk id="18" creationId="{7F1DCE41-C583-649A-6BA0-1A8F43636211}"/>
          </ac:spMkLst>
        </pc:spChg>
        <pc:spChg chg="mod">
          <ac:chgData name="מוראד עסאקלה" userId="dadc3539-881f-463a-a6d8-7d95d4cac27e" providerId="ADAL" clId="{1EEAC86B-9D86-48CF-8A0A-F9000FB36D6C}" dt="2025-02-03T13:15:42.562" v="1053" actId="20577"/>
          <ac:spMkLst>
            <pc:docMk/>
            <pc:sldMk cId="1857319085" sldId="267"/>
            <ac:spMk id="38" creationId="{52E4E612-5031-4ECC-4926-902E4580491C}"/>
          </ac:spMkLst>
        </pc:spChg>
      </pc:sldChg>
      <pc:sldChg chg="addSp modSp add mod modNotesTx">
        <pc:chgData name="מוראד עסאקלה" userId="dadc3539-881f-463a-a6d8-7d95d4cac27e" providerId="ADAL" clId="{1EEAC86B-9D86-48CF-8A0A-F9000FB36D6C}" dt="2025-02-03T13:18:01.412" v="1178" actId="113"/>
        <pc:sldMkLst>
          <pc:docMk/>
          <pc:sldMk cId="691929386" sldId="268"/>
        </pc:sldMkLst>
        <pc:spChg chg="mod">
          <ac:chgData name="מוראד עסאקלה" userId="dadc3539-881f-463a-a6d8-7d95d4cac27e" providerId="ADAL" clId="{1EEAC86B-9D86-48CF-8A0A-F9000FB36D6C}" dt="2025-02-02T18:09:56.732" v="704" actId="20577"/>
          <ac:spMkLst>
            <pc:docMk/>
            <pc:sldMk cId="691929386" sldId="268"/>
            <ac:spMk id="2" creationId="{1FC9D3F2-783C-5C21-F571-438F7266C49D}"/>
          </ac:spMkLst>
        </pc:spChg>
        <pc:spChg chg="mod">
          <ac:chgData name="מוראד עסאקלה" userId="dadc3539-881f-463a-a6d8-7d95d4cac27e" providerId="ADAL" clId="{1EEAC86B-9D86-48CF-8A0A-F9000FB36D6C}" dt="2025-02-02T18:07:14.169" v="627" actId="13822"/>
          <ac:spMkLst>
            <pc:docMk/>
            <pc:sldMk cId="691929386" sldId="268"/>
            <ac:spMk id="8" creationId="{47C623B4-D3CE-78A2-3702-85045E9F6779}"/>
          </ac:spMkLst>
        </pc:spChg>
        <pc:spChg chg="mod">
          <ac:chgData name="מוראד עסאקלה" userId="dadc3539-881f-463a-a6d8-7d95d4cac27e" providerId="ADAL" clId="{1EEAC86B-9D86-48CF-8A0A-F9000FB36D6C}" dt="2025-02-02T18:08:02.955" v="638" actId="13822"/>
          <ac:spMkLst>
            <pc:docMk/>
            <pc:sldMk cId="691929386" sldId="268"/>
            <ac:spMk id="10" creationId="{FCFC932A-3D44-CEA3-71A1-00BD56C6C0CA}"/>
          </ac:spMkLst>
        </pc:spChg>
        <pc:spChg chg="add mod">
          <ac:chgData name="מוראד עסאקלה" userId="dadc3539-881f-463a-a6d8-7d95d4cac27e" providerId="ADAL" clId="{1EEAC86B-9D86-48CF-8A0A-F9000FB36D6C}" dt="2025-02-02T18:07:54.418" v="637" actId="20577"/>
          <ac:spMkLst>
            <pc:docMk/>
            <pc:sldMk cId="691929386" sldId="268"/>
            <ac:spMk id="14" creationId="{A15BAED3-075F-1DD1-5CF0-3AADC538CC91}"/>
          </ac:spMkLst>
        </pc:spChg>
        <pc:spChg chg="mod">
          <ac:chgData name="מוראד עסאקלה" userId="dadc3539-881f-463a-a6d8-7d95d4cac27e" providerId="ADAL" clId="{1EEAC86B-9D86-48CF-8A0A-F9000FB36D6C}" dt="2025-02-03T13:18:01.412" v="1178" actId="113"/>
          <ac:spMkLst>
            <pc:docMk/>
            <pc:sldMk cId="691929386" sldId="268"/>
            <ac:spMk id="38" creationId="{A355A3AB-7683-6916-80B9-2BA52419C6B5}"/>
          </ac:spMkLst>
        </pc:spChg>
      </pc:sldChg>
      <pc:sldChg chg="addSp delSp modSp add mod modNotesTx">
        <pc:chgData name="מוראד עסאקלה" userId="dadc3539-881f-463a-a6d8-7d95d4cac27e" providerId="ADAL" clId="{1EEAC86B-9D86-48CF-8A0A-F9000FB36D6C}" dt="2025-02-03T13:19:16.740" v="1302" actId="113"/>
        <pc:sldMkLst>
          <pc:docMk/>
          <pc:sldMk cId="3395833615" sldId="269"/>
        </pc:sldMkLst>
        <pc:spChg chg="mod">
          <ac:chgData name="מוראד עסאקלה" userId="dadc3539-881f-463a-a6d8-7d95d4cac27e" providerId="ADAL" clId="{1EEAC86B-9D86-48CF-8A0A-F9000FB36D6C}" dt="2025-02-02T18:10:11.009" v="727" actId="20577"/>
          <ac:spMkLst>
            <pc:docMk/>
            <pc:sldMk cId="3395833615" sldId="269"/>
            <ac:spMk id="2" creationId="{BC928FD0-58F1-1761-D668-BB6AECD70333}"/>
          </ac:spMkLst>
        </pc:spChg>
        <pc:spChg chg="mod">
          <ac:chgData name="מוראד עסאקלה" userId="dadc3539-881f-463a-a6d8-7d95d4cac27e" providerId="ADAL" clId="{1EEAC86B-9D86-48CF-8A0A-F9000FB36D6C}" dt="2025-02-02T18:08:14.492" v="640" actId="13822"/>
          <ac:spMkLst>
            <pc:docMk/>
            <pc:sldMk cId="3395833615" sldId="269"/>
            <ac:spMk id="10" creationId="{608860BF-A818-B113-1C14-8DD8155ABB89}"/>
          </ac:spMkLst>
        </pc:spChg>
        <pc:spChg chg="mod">
          <ac:chgData name="מוראד עסאקלה" userId="dadc3539-881f-463a-a6d8-7d95d4cac27e" providerId="ADAL" clId="{1EEAC86B-9D86-48CF-8A0A-F9000FB36D6C}" dt="2025-02-02T18:10:30.503" v="728" actId="13822"/>
          <ac:spMkLst>
            <pc:docMk/>
            <pc:sldMk cId="3395833615" sldId="269"/>
            <ac:spMk id="12" creationId="{0600EDD9-4CBF-0314-902A-34F87417E971}"/>
          </ac:spMkLst>
        </pc:spChg>
        <pc:spChg chg="mod">
          <ac:chgData name="מוראד עסאקלה" userId="dadc3539-881f-463a-a6d8-7d95d4cac27e" providerId="ADAL" clId="{1EEAC86B-9D86-48CF-8A0A-F9000FB36D6C}" dt="2025-02-02T18:10:35.736" v="729" actId="13822"/>
          <ac:spMkLst>
            <pc:docMk/>
            <pc:sldMk cId="3395833615" sldId="269"/>
            <ac:spMk id="13" creationId="{80005A6F-3AFA-777E-5FD5-4A949980E17A}"/>
          </ac:spMkLst>
        </pc:spChg>
        <pc:spChg chg="mod">
          <ac:chgData name="מוראד עסאקלה" userId="dadc3539-881f-463a-a6d8-7d95d4cac27e" providerId="ADAL" clId="{1EEAC86B-9D86-48CF-8A0A-F9000FB36D6C}" dt="2025-02-02T18:08:41.315" v="646"/>
          <ac:spMkLst>
            <pc:docMk/>
            <pc:sldMk cId="3395833615" sldId="269"/>
            <ac:spMk id="14" creationId="{57956EAD-62D2-3F9E-7E90-4366D9417628}"/>
          </ac:spMkLst>
        </pc:spChg>
        <pc:spChg chg="add del">
          <ac:chgData name="מוראד עסאקלה" userId="dadc3539-881f-463a-a6d8-7d95d4cac27e" providerId="ADAL" clId="{1EEAC86B-9D86-48CF-8A0A-F9000FB36D6C}" dt="2025-02-02T18:08:39.205" v="644" actId="22"/>
          <ac:spMkLst>
            <pc:docMk/>
            <pc:sldMk cId="3395833615" sldId="269"/>
            <ac:spMk id="20" creationId="{843AC321-0783-5CCD-EA45-0C6615517FE7}"/>
          </ac:spMkLst>
        </pc:spChg>
        <pc:spChg chg="add mod">
          <ac:chgData name="מוראד עסאקלה" userId="dadc3539-881f-463a-a6d8-7d95d4cac27e" providerId="ADAL" clId="{1EEAC86B-9D86-48CF-8A0A-F9000FB36D6C}" dt="2025-02-02T18:08:51.723" v="656" actId="20577"/>
          <ac:spMkLst>
            <pc:docMk/>
            <pc:sldMk cId="3395833615" sldId="269"/>
            <ac:spMk id="21" creationId="{753F1B3F-6964-E071-9999-ED9DFCE0D92A}"/>
          </ac:spMkLst>
        </pc:spChg>
        <pc:spChg chg="mod">
          <ac:chgData name="מוראד עסאקלה" userId="dadc3539-881f-463a-a6d8-7d95d4cac27e" providerId="ADAL" clId="{1EEAC86B-9D86-48CF-8A0A-F9000FB36D6C}" dt="2025-02-03T13:19:16.740" v="1302" actId="113"/>
          <ac:spMkLst>
            <pc:docMk/>
            <pc:sldMk cId="3395833615" sldId="269"/>
            <ac:spMk id="38" creationId="{BD14DF4E-5AA7-77AB-1833-86E35FA3BDBA}"/>
          </ac:spMkLst>
        </pc:spChg>
      </pc:sldChg>
      <pc:sldChg chg="addSp modSp add mod modNotesTx">
        <pc:chgData name="מוראד עסאקלה" userId="dadc3539-881f-463a-a6d8-7d95d4cac27e" providerId="ADAL" clId="{1EEAC86B-9D86-48CF-8A0A-F9000FB36D6C}" dt="2025-02-02T18:13:29.045" v="791" actId="20577"/>
        <pc:sldMkLst>
          <pc:docMk/>
          <pc:sldMk cId="3674763097" sldId="270"/>
        </pc:sldMkLst>
        <pc:spChg chg="mod">
          <ac:chgData name="מוראד עסאקלה" userId="dadc3539-881f-463a-a6d8-7d95d4cac27e" providerId="ADAL" clId="{1EEAC86B-9D86-48CF-8A0A-F9000FB36D6C}" dt="2025-02-02T18:10:42.215" v="730" actId="13822"/>
          <ac:spMkLst>
            <pc:docMk/>
            <pc:sldMk cId="3674763097" sldId="270"/>
            <ac:spMk id="12" creationId="{03B73A3D-33F8-F14F-317C-70C41CFF6295}"/>
          </ac:spMkLst>
        </pc:spChg>
        <pc:spChg chg="mod">
          <ac:chgData name="מוראד עסאקלה" userId="dadc3539-881f-463a-a6d8-7d95d4cac27e" providerId="ADAL" clId="{1EEAC86B-9D86-48CF-8A0A-F9000FB36D6C}" dt="2025-02-02T18:11:11.983" v="748" actId="13822"/>
          <ac:spMkLst>
            <pc:docMk/>
            <pc:sldMk cId="3674763097" sldId="270"/>
            <ac:spMk id="13" creationId="{15E86ACE-E7C1-6B00-6FE0-7D4919D7C406}"/>
          </ac:spMkLst>
        </pc:spChg>
        <pc:spChg chg="add mod">
          <ac:chgData name="מוראד עסאקלה" userId="dadc3539-881f-463a-a6d8-7d95d4cac27e" providerId="ADAL" clId="{1EEAC86B-9D86-48CF-8A0A-F9000FB36D6C}" dt="2025-02-02T18:11:30.393" v="754" actId="20577"/>
          <ac:spMkLst>
            <pc:docMk/>
            <pc:sldMk cId="3674763097" sldId="270"/>
            <ac:spMk id="16" creationId="{0EF3E6A4-5086-548A-6559-AA526FDBAB05}"/>
          </ac:spMkLst>
        </pc:spChg>
        <pc:spChg chg="mod">
          <ac:chgData name="מוראד עסאקלה" userId="dadc3539-881f-463a-a6d8-7d95d4cac27e" providerId="ADAL" clId="{1EEAC86B-9D86-48CF-8A0A-F9000FB36D6C}" dt="2025-02-02T18:11:05.875" v="747" actId="20577"/>
          <ac:spMkLst>
            <pc:docMk/>
            <pc:sldMk cId="3674763097" sldId="270"/>
            <ac:spMk id="38" creationId="{27F0F8F3-DFFC-5F15-BAED-3ECB58EBE731}"/>
          </ac:spMkLst>
        </pc:spChg>
      </pc:sldChg>
      <pc:sldChg chg="addSp delSp modSp mod">
        <pc:chgData name="מוראד עסאקלה" userId="dadc3539-881f-463a-a6d8-7d95d4cac27e" providerId="ADAL" clId="{1EEAC86B-9D86-48CF-8A0A-F9000FB36D6C}" dt="2025-02-03T18:27:12.593" v="1379" actId="26606"/>
        <pc:sldMkLst>
          <pc:docMk/>
          <pc:sldMk cId="3517582215" sldId="273"/>
        </pc:sldMkLst>
        <pc:spChg chg="mod">
          <ac:chgData name="מוראד עסאקלה" userId="dadc3539-881f-463a-a6d8-7d95d4cac27e" providerId="ADAL" clId="{1EEAC86B-9D86-48CF-8A0A-F9000FB36D6C}" dt="2025-02-03T18:27:12.593" v="1379" actId="26606"/>
          <ac:spMkLst>
            <pc:docMk/>
            <pc:sldMk cId="3517582215" sldId="273"/>
            <ac:spMk id="2" creationId="{78D92404-8002-B210-B9B7-5DA995984FD6}"/>
          </ac:spMkLst>
        </pc:spChg>
        <pc:spChg chg="mod">
          <ac:chgData name="מוראד עסאקלה" userId="dadc3539-881f-463a-a6d8-7d95d4cac27e" providerId="ADAL" clId="{1EEAC86B-9D86-48CF-8A0A-F9000FB36D6C}" dt="2025-02-03T18:27:12.593" v="1379" actId="26606"/>
          <ac:spMkLst>
            <pc:docMk/>
            <pc:sldMk cId="3517582215" sldId="273"/>
            <ac:spMk id="3" creationId="{AC6D36CA-ABB5-ADC2-A854-088ECE5496EB}"/>
          </ac:spMkLst>
        </pc:spChg>
        <pc:spChg chg="add del">
          <ac:chgData name="מוראד עסאקלה" userId="dadc3539-881f-463a-a6d8-7d95d4cac27e" providerId="ADAL" clId="{1EEAC86B-9D86-48CF-8A0A-F9000FB36D6C}" dt="2025-02-03T18:27:12.593" v="1379" actId="26606"/>
          <ac:spMkLst>
            <pc:docMk/>
            <pc:sldMk cId="3517582215" sldId="273"/>
            <ac:spMk id="64" creationId="{8677094E-F0FE-4EC2-9511-5A411A2E1154}"/>
          </ac:spMkLst>
        </pc:spChg>
        <pc:spChg chg="add del">
          <ac:chgData name="מוראד עסאקלה" userId="dadc3539-881f-463a-a6d8-7d95d4cac27e" providerId="ADAL" clId="{1EEAC86B-9D86-48CF-8A0A-F9000FB36D6C}" dt="2025-02-03T18:27:12.593" v="1379" actId="26606"/>
          <ac:spMkLst>
            <pc:docMk/>
            <pc:sldMk cId="3517582215" sldId="273"/>
            <ac:spMk id="66" creationId="{E0E1ADA3-256B-436F-BB84-15BF272B4BC8}"/>
          </ac:spMkLst>
        </pc:spChg>
        <pc:spChg chg="add del">
          <ac:chgData name="מוראד עסאקלה" userId="dadc3539-881f-463a-a6d8-7d95d4cac27e" providerId="ADAL" clId="{1EEAC86B-9D86-48CF-8A0A-F9000FB36D6C}" dt="2025-02-03T18:27:12.593" v="1379" actId="26606"/>
          <ac:spMkLst>
            <pc:docMk/>
            <pc:sldMk cId="3517582215" sldId="273"/>
            <ac:spMk id="70" creationId="{5C091E65-5627-4CC0-82AA-74A3C89D7CF7}"/>
          </ac:spMkLst>
        </pc:spChg>
        <pc:spChg chg="add del">
          <ac:chgData name="מוראד עסאקלה" userId="dadc3539-881f-463a-a6d8-7d95d4cac27e" providerId="ADAL" clId="{1EEAC86B-9D86-48CF-8A0A-F9000FB36D6C}" dt="2025-02-03T18:27:03.109" v="1374" actId="26606"/>
          <ac:spMkLst>
            <pc:docMk/>
            <pc:sldMk cId="3517582215" sldId="273"/>
            <ac:spMk id="75" creationId="{47813CFC-3088-49F0-9A37-3D9DF1359720}"/>
          </ac:spMkLst>
        </pc:spChg>
        <pc:spChg chg="add del">
          <ac:chgData name="מוראד עסאקלה" userId="dadc3539-881f-463a-a6d8-7d95d4cac27e" providerId="ADAL" clId="{1EEAC86B-9D86-48CF-8A0A-F9000FB36D6C}" dt="2025-02-03T18:27:09.519" v="1376" actId="26606"/>
          <ac:spMkLst>
            <pc:docMk/>
            <pc:sldMk cId="3517582215" sldId="273"/>
            <ac:spMk id="79" creationId="{E7818327-9D44-4214-BEC7-F7463A8BDE7B}"/>
          </ac:spMkLst>
        </pc:spChg>
        <pc:spChg chg="add del">
          <ac:chgData name="מוראד עסאקלה" userId="dadc3539-881f-463a-a6d8-7d95d4cac27e" providerId="ADAL" clId="{1EEAC86B-9D86-48CF-8A0A-F9000FB36D6C}" dt="2025-02-03T18:27:12.491" v="1378" actId="26606"/>
          <ac:spMkLst>
            <pc:docMk/>
            <pc:sldMk cId="3517582215" sldId="273"/>
            <ac:spMk id="81" creationId="{B5D0D97D-7911-4A25-88E2-4D81FD4AB294}"/>
          </ac:spMkLst>
        </pc:spChg>
        <pc:spChg chg="add del">
          <ac:chgData name="מוראד עסאקלה" userId="dadc3539-881f-463a-a6d8-7d95d4cac27e" providerId="ADAL" clId="{1EEAC86B-9D86-48CF-8A0A-F9000FB36D6C}" dt="2025-02-03T18:27:12.491" v="1378" actId="26606"/>
          <ac:spMkLst>
            <pc:docMk/>
            <pc:sldMk cId="3517582215" sldId="273"/>
            <ac:spMk id="82" creationId="{63FE6F10-B3AD-4403-94CA-F5115528699D}"/>
          </ac:spMkLst>
        </pc:spChg>
        <pc:spChg chg="add del">
          <ac:chgData name="מוראד עסאקלה" userId="dadc3539-881f-463a-a6d8-7d95d4cac27e" providerId="ADAL" clId="{1EEAC86B-9D86-48CF-8A0A-F9000FB36D6C}" dt="2025-02-03T18:27:12.491" v="1378" actId="26606"/>
          <ac:spMkLst>
            <pc:docMk/>
            <pc:sldMk cId="3517582215" sldId="273"/>
            <ac:spMk id="83" creationId="{364D6A39-A4F7-4B00-9F42-3BC67177DB1F}"/>
          </ac:spMkLst>
        </pc:spChg>
        <pc:spChg chg="add">
          <ac:chgData name="מוראד עסאקלה" userId="dadc3539-881f-463a-a6d8-7d95d4cac27e" providerId="ADAL" clId="{1EEAC86B-9D86-48CF-8A0A-F9000FB36D6C}" dt="2025-02-03T18:27:12.593" v="1379" actId="26606"/>
          <ac:spMkLst>
            <pc:docMk/>
            <pc:sldMk cId="3517582215" sldId="273"/>
            <ac:spMk id="86" creationId="{47813CFC-3088-49F0-9A37-3D9DF1359720}"/>
          </ac:spMkLst>
        </pc:spChg>
        <pc:picChg chg="mod ord">
          <ac:chgData name="מוראד עסאקלה" userId="dadc3539-881f-463a-a6d8-7d95d4cac27e" providerId="ADAL" clId="{1EEAC86B-9D86-48CF-8A0A-F9000FB36D6C}" dt="2025-02-03T18:27:12.593" v="1379" actId="26606"/>
          <ac:picMkLst>
            <pc:docMk/>
            <pc:sldMk cId="3517582215" sldId="273"/>
            <ac:picMk id="4" creationId="{E5B3C009-88C5-5AE1-9A53-12E4CF25ED0C}"/>
          </ac:picMkLst>
        </pc:picChg>
        <pc:cxnChg chg="add del">
          <ac:chgData name="מוראד עסאקלה" userId="dadc3539-881f-463a-a6d8-7d95d4cac27e" providerId="ADAL" clId="{1EEAC86B-9D86-48CF-8A0A-F9000FB36D6C}" dt="2025-02-03T18:27:12.593" v="1379" actId="26606"/>
          <ac:cxnSpMkLst>
            <pc:docMk/>
            <pc:sldMk cId="3517582215" sldId="273"/>
            <ac:cxnSpMk id="68" creationId="{7DDC7D3D-A4F6-4638-B02B-2DBB6C11F5D3}"/>
          </ac:cxnSpMkLst>
        </pc:cxnChg>
        <pc:cxnChg chg="add del">
          <ac:chgData name="מוראד עסאקלה" userId="dadc3539-881f-463a-a6d8-7d95d4cac27e" providerId="ADAL" clId="{1EEAC86B-9D86-48CF-8A0A-F9000FB36D6C}" dt="2025-02-03T18:27:03.109" v="1374" actId="26606"/>
          <ac:cxnSpMkLst>
            <pc:docMk/>
            <pc:sldMk cId="3517582215" sldId="273"/>
            <ac:cxnSpMk id="77" creationId="{1E0DAA0F-EB9D-47B4-8A43-53347F310486}"/>
          </ac:cxnSpMkLst>
        </pc:cxnChg>
        <pc:cxnChg chg="add del">
          <ac:chgData name="מוראד עסאקלה" userId="dadc3539-881f-463a-a6d8-7d95d4cac27e" providerId="ADAL" clId="{1EEAC86B-9D86-48CF-8A0A-F9000FB36D6C}" dt="2025-02-03T18:27:09.519" v="1376" actId="26606"/>
          <ac:cxnSpMkLst>
            <pc:docMk/>
            <pc:sldMk cId="3517582215" sldId="273"/>
            <ac:cxnSpMk id="80" creationId="{F896B7D9-8894-4E5C-8DCF-35BECF8D365A}"/>
          </ac:cxnSpMkLst>
        </pc:cxnChg>
        <pc:cxnChg chg="add del">
          <ac:chgData name="מוראד עסאקלה" userId="dadc3539-881f-463a-a6d8-7d95d4cac27e" providerId="ADAL" clId="{1EEAC86B-9D86-48CF-8A0A-F9000FB36D6C}" dt="2025-02-03T18:27:12.491" v="1378" actId="26606"/>
          <ac:cxnSpMkLst>
            <pc:docMk/>
            <pc:sldMk cId="3517582215" sldId="273"/>
            <ac:cxnSpMk id="84" creationId="{13553ADF-88A1-4645-B819-890CA3DF7D5B}"/>
          </ac:cxnSpMkLst>
        </pc:cxnChg>
        <pc:cxnChg chg="add">
          <ac:chgData name="מוראד עסאקלה" userId="dadc3539-881f-463a-a6d8-7d95d4cac27e" providerId="ADAL" clId="{1EEAC86B-9D86-48CF-8A0A-F9000FB36D6C}" dt="2025-02-03T18:27:12.593" v="1379" actId="26606"/>
          <ac:cxnSpMkLst>
            <pc:docMk/>
            <pc:sldMk cId="3517582215" sldId="273"/>
            <ac:cxnSpMk id="87" creationId="{1E0DAA0F-EB9D-47B4-8A43-53347F310486}"/>
          </ac:cxnSpMkLst>
        </pc:cxnChg>
      </pc:sldChg>
      <pc:sldChg chg="modSp del mod">
        <pc:chgData name="מוראד עסאקלה" userId="dadc3539-881f-463a-a6d8-7d95d4cac27e" providerId="ADAL" clId="{1EEAC86B-9D86-48CF-8A0A-F9000FB36D6C}" dt="2025-02-03T23:34:10.565" v="1568" actId="47"/>
        <pc:sldMkLst>
          <pc:docMk/>
          <pc:sldMk cId="3175065285" sldId="277"/>
        </pc:sldMkLst>
        <pc:spChg chg="mod">
          <ac:chgData name="מוראד עסאקלה" userId="dadc3539-881f-463a-a6d8-7d95d4cac27e" providerId="ADAL" clId="{1EEAC86B-9D86-48CF-8A0A-F9000FB36D6C}" dt="2025-02-03T23:19:07.877" v="1508" actId="20577"/>
          <ac:spMkLst>
            <pc:docMk/>
            <pc:sldMk cId="3175065285" sldId="277"/>
            <ac:spMk id="3" creationId="{AE0CC567-F309-F3B5-B3C0-1D7BBEF986FF}"/>
          </ac:spMkLst>
        </pc:spChg>
      </pc:sldChg>
      <pc:sldChg chg="modSp mod ord">
        <pc:chgData name="מוראד עסאקלה" userId="dadc3539-881f-463a-a6d8-7d95d4cac27e" providerId="ADAL" clId="{1EEAC86B-9D86-48CF-8A0A-F9000FB36D6C}" dt="2025-02-03T12:58:51.182" v="808"/>
        <pc:sldMkLst>
          <pc:docMk/>
          <pc:sldMk cId="430816485" sldId="278"/>
        </pc:sldMkLst>
        <pc:spChg chg="mod">
          <ac:chgData name="מוראד עסאקלה" userId="dadc3539-881f-463a-a6d8-7d95d4cac27e" providerId="ADAL" clId="{1EEAC86B-9D86-48CF-8A0A-F9000FB36D6C}" dt="2025-02-03T11:06:41.769" v="802" actId="120"/>
          <ac:spMkLst>
            <pc:docMk/>
            <pc:sldMk cId="430816485" sldId="278"/>
            <ac:spMk id="3" creationId="{317CF558-88BB-F073-8A36-58E2E814BD3D}"/>
          </ac:spMkLst>
        </pc:spChg>
      </pc:sldChg>
      <pc:sldChg chg="addSp delSp modSp del mod addAnim delAnim">
        <pc:chgData name="מוראד עסאקלה" userId="dadc3539-881f-463a-a6d8-7d95d4cac27e" providerId="ADAL" clId="{1EEAC86B-9D86-48CF-8A0A-F9000FB36D6C}" dt="2025-02-03T23:29:06.947" v="1550" actId="47"/>
        <pc:sldMkLst>
          <pc:docMk/>
          <pc:sldMk cId="24594272" sldId="280"/>
        </pc:sldMkLst>
        <pc:spChg chg="add mod">
          <ac:chgData name="מוראד עסאקלה" userId="dadc3539-881f-463a-a6d8-7d95d4cac27e" providerId="ADAL" clId="{1EEAC86B-9D86-48CF-8A0A-F9000FB36D6C}" dt="2025-02-03T13:01:35.671" v="810"/>
          <ac:spMkLst>
            <pc:docMk/>
            <pc:sldMk cId="24594272" sldId="280"/>
            <ac:spMk id="3" creationId="{579818FD-849D-FC82-6EE3-D300FBC41C6E}"/>
          </ac:spMkLst>
        </pc:spChg>
        <pc:spChg chg="add mod">
          <ac:chgData name="מוראד עסאקלה" userId="dadc3539-881f-463a-a6d8-7d95d4cac27e" providerId="ADAL" clId="{1EEAC86B-9D86-48CF-8A0A-F9000FB36D6C}" dt="2025-02-03T13:01:35.671" v="810"/>
          <ac:spMkLst>
            <pc:docMk/>
            <pc:sldMk cId="24594272" sldId="280"/>
            <ac:spMk id="4" creationId="{002CE30A-6850-0DE2-4F03-85AA703807E0}"/>
          </ac:spMkLst>
        </pc:spChg>
        <pc:spChg chg="add mod">
          <ac:chgData name="מוראד עסאקלה" userId="dadc3539-881f-463a-a6d8-7d95d4cac27e" providerId="ADAL" clId="{1EEAC86B-9D86-48CF-8A0A-F9000FB36D6C}" dt="2025-02-03T13:01:35.671" v="810"/>
          <ac:spMkLst>
            <pc:docMk/>
            <pc:sldMk cId="24594272" sldId="280"/>
            <ac:spMk id="5" creationId="{422AD055-E85F-45D2-D6BA-A4FF072C5EA4}"/>
          </ac:spMkLst>
        </pc:spChg>
        <pc:spChg chg="add mod">
          <ac:chgData name="מוראד עסאקלה" userId="dadc3539-881f-463a-a6d8-7d95d4cac27e" providerId="ADAL" clId="{1EEAC86B-9D86-48CF-8A0A-F9000FB36D6C}" dt="2025-02-03T13:01:35.671" v="810"/>
          <ac:spMkLst>
            <pc:docMk/>
            <pc:sldMk cId="24594272" sldId="280"/>
            <ac:spMk id="6" creationId="{9DB027E0-67C5-6F56-833F-43634AA0FD64}"/>
          </ac:spMkLst>
        </pc:spChg>
        <pc:spChg chg="add mod">
          <ac:chgData name="מוראד עסאקלה" userId="dadc3539-881f-463a-a6d8-7d95d4cac27e" providerId="ADAL" clId="{1EEAC86B-9D86-48CF-8A0A-F9000FB36D6C}" dt="2025-02-03T13:01:35.671" v="810"/>
          <ac:spMkLst>
            <pc:docMk/>
            <pc:sldMk cId="24594272" sldId="280"/>
            <ac:spMk id="7" creationId="{F0966072-BAE5-A44B-C424-1058C0B7A42B}"/>
          </ac:spMkLst>
        </pc:spChg>
        <pc:spChg chg="add mod">
          <ac:chgData name="מוראד עסאקלה" userId="dadc3539-881f-463a-a6d8-7d95d4cac27e" providerId="ADAL" clId="{1EEAC86B-9D86-48CF-8A0A-F9000FB36D6C}" dt="2025-02-03T13:01:35.671" v="810"/>
          <ac:spMkLst>
            <pc:docMk/>
            <pc:sldMk cId="24594272" sldId="280"/>
            <ac:spMk id="15" creationId="{1B8EA7A1-BC98-7E61-91C8-7FB8E6B4C38A}"/>
          </ac:spMkLst>
        </pc:spChg>
        <pc:picChg chg="add del">
          <ac:chgData name="מוראד עסאקלה" userId="dadc3539-881f-463a-a6d8-7d95d4cac27e" providerId="ADAL" clId="{1EEAC86B-9D86-48CF-8A0A-F9000FB36D6C}" dt="2025-02-03T13:01:57.871" v="811" actId="478"/>
          <ac:picMkLst>
            <pc:docMk/>
            <pc:sldMk cId="24594272" sldId="280"/>
            <ac:picMk id="26" creationId="{53638FC6-05C1-63D4-022E-CEF1E1679BF3}"/>
          </ac:picMkLst>
        </pc:picChg>
        <pc:cxnChg chg="add mod">
          <ac:chgData name="מוראד עסאקלה" userId="dadc3539-881f-463a-a6d8-7d95d4cac27e" providerId="ADAL" clId="{1EEAC86B-9D86-48CF-8A0A-F9000FB36D6C}" dt="2025-02-03T13:01:35.671" v="810"/>
          <ac:cxnSpMkLst>
            <pc:docMk/>
            <pc:sldMk cId="24594272" sldId="280"/>
            <ac:cxnSpMk id="8" creationId="{E89DF884-0DBD-3F15-7E0F-0781199202A0}"/>
          </ac:cxnSpMkLst>
        </pc:cxnChg>
        <pc:cxnChg chg="add mod">
          <ac:chgData name="מוראד עסאקלה" userId="dadc3539-881f-463a-a6d8-7d95d4cac27e" providerId="ADAL" clId="{1EEAC86B-9D86-48CF-8A0A-F9000FB36D6C}" dt="2025-02-03T13:01:35.671" v="810"/>
          <ac:cxnSpMkLst>
            <pc:docMk/>
            <pc:sldMk cId="24594272" sldId="280"/>
            <ac:cxnSpMk id="9" creationId="{76499AE7-2470-0292-CC93-611B2267B5E9}"/>
          </ac:cxnSpMkLst>
        </pc:cxnChg>
        <pc:cxnChg chg="add mod">
          <ac:chgData name="מוראד עסאקלה" userId="dadc3539-881f-463a-a6d8-7d95d4cac27e" providerId="ADAL" clId="{1EEAC86B-9D86-48CF-8A0A-F9000FB36D6C}" dt="2025-02-03T13:01:35.671" v="810"/>
          <ac:cxnSpMkLst>
            <pc:docMk/>
            <pc:sldMk cId="24594272" sldId="280"/>
            <ac:cxnSpMk id="10" creationId="{C4DFBC13-4942-0092-4035-CC36D958E697}"/>
          </ac:cxnSpMkLst>
        </pc:cxnChg>
        <pc:cxnChg chg="add mod">
          <ac:chgData name="מוראד עסאקלה" userId="dadc3539-881f-463a-a6d8-7d95d4cac27e" providerId="ADAL" clId="{1EEAC86B-9D86-48CF-8A0A-F9000FB36D6C}" dt="2025-02-03T13:01:35.671" v="810"/>
          <ac:cxnSpMkLst>
            <pc:docMk/>
            <pc:sldMk cId="24594272" sldId="280"/>
            <ac:cxnSpMk id="11" creationId="{41BB6EFC-7CBB-AB13-1DE8-E2707C0AEC06}"/>
          </ac:cxnSpMkLst>
        </pc:cxnChg>
        <pc:cxnChg chg="add mod">
          <ac:chgData name="מוראד עסאקלה" userId="dadc3539-881f-463a-a6d8-7d95d4cac27e" providerId="ADAL" clId="{1EEAC86B-9D86-48CF-8A0A-F9000FB36D6C}" dt="2025-02-03T13:01:35.671" v="810"/>
          <ac:cxnSpMkLst>
            <pc:docMk/>
            <pc:sldMk cId="24594272" sldId="280"/>
            <ac:cxnSpMk id="12" creationId="{EF13D659-8AE2-58CC-5B63-532805014779}"/>
          </ac:cxnSpMkLst>
        </pc:cxnChg>
        <pc:cxnChg chg="add mod">
          <ac:chgData name="מוראד עסאקלה" userId="dadc3539-881f-463a-a6d8-7d95d4cac27e" providerId="ADAL" clId="{1EEAC86B-9D86-48CF-8A0A-F9000FB36D6C}" dt="2025-02-03T13:01:35.671" v="810"/>
          <ac:cxnSpMkLst>
            <pc:docMk/>
            <pc:sldMk cId="24594272" sldId="280"/>
            <ac:cxnSpMk id="13" creationId="{1C083637-2CAB-2741-4513-81FBEB8033FB}"/>
          </ac:cxnSpMkLst>
        </pc:cxnChg>
        <pc:cxnChg chg="add mod">
          <ac:chgData name="מוראד עסאקלה" userId="dadc3539-881f-463a-a6d8-7d95d4cac27e" providerId="ADAL" clId="{1EEAC86B-9D86-48CF-8A0A-F9000FB36D6C}" dt="2025-02-03T13:01:35.671" v="810"/>
          <ac:cxnSpMkLst>
            <pc:docMk/>
            <pc:sldMk cId="24594272" sldId="280"/>
            <ac:cxnSpMk id="14" creationId="{202D0BF6-847A-7496-E9EF-2D52137BF6B2}"/>
          </ac:cxnSpMkLst>
        </pc:cxnChg>
      </pc:sldChg>
      <pc:sldChg chg="addSp delSp modSp mod ord">
        <pc:chgData name="מוראד עסאקלה" userId="dadc3539-881f-463a-a6d8-7d95d4cac27e" providerId="ADAL" clId="{1EEAC86B-9D86-48CF-8A0A-F9000FB36D6C}" dt="2025-02-03T15:41:40.889" v="1371" actId="962"/>
        <pc:sldMkLst>
          <pc:docMk/>
          <pc:sldMk cId="3521333582" sldId="282"/>
        </pc:sldMkLst>
        <pc:spChg chg="mod">
          <ac:chgData name="מוראד עסאקלה" userId="dadc3539-881f-463a-a6d8-7d95d4cac27e" providerId="ADAL" clId="{1EEAC86B-9D86-48CF-8A0A-F9000FB36D6C}" dt="2025-02-03T15:41:38.401" v="1369" actId="26606"/>
          <ac:spMkLst>
            <pc:docMk/>
            <pc:sldMk cId="3521333582" sldId="282"/>
            <ac:spMk id="2" creationId="{C36CE52A-95DF-DABD-3893-7DCFA7DE54F1}"/>
          </ac:spMkLst>
        </pc:spChg>
        <pc:spChg chg="add del mod">
          <ac:chgData name="מוראד עסאקלה" userId="dadc3539-881f-463a-a6d8-7d95d4cac27e" providerId="ADAL" clId="{1EEAC86B-9D86-48CF-8A0A-F9000FB36D6C}" dt="2025-02-03T15:41:27.013" v="1365" actId="478"/>
          <ac:spMkLst>
            <pc:docMk/>
            <pc:sldMk cId="3521333582" sldId="282"/>
            <ac:spMk id="6" creationId="{0C3EA3F8-135A-432C-70DC-6C9AE71615BD}"/>
          </ac:spMkLst>
        </pc:spChg>
        <pc:spChg chg="del">
          <ac:chgData name="מוראד עסאקלה" userId="dadc3539-881f-463a-a6d8-7d95d4cac27e" providerId="ADAL" clId="{1EEAC86B-9D86-48CF-8A0A-F9000FB36D6C}" dt="2025-02-03T15:41:38.401" v="1369" actId="26606"/>
          <ac:spMkLst>
            <pc:docMk/>
            <pc:sldMk cId="3521333582" sldId="282"/>
            <ac:spMk id="9" creationId="{809C0BCD-BEE9-423F-A51C-BCCD8E5EAADA}"/>
          </ac:spMkLst>
        </pc:spChg>
        <pc:spChg chg="del">
          <ac:chgData name="מוראד עסאקלה" userId="dadc3539-881f-463a-a6d8-7d95d4cac27e" providerId="ADAL" clId="{1EEAC86B-9D86-48CF-8A0A-F9000FB36D6C}" dt="2025-02-03T15:41:38.401" v="1369" actId="26606"/>
          <ac:spMkLst>
            <pc:docMk/>
            <pc:sldMk cId="3521333582" sldId="282"/>
            <ac:spMk id="11" creationId="{9998D094-42B2-42BA-AA14-E8FBE073A5D8}"/>
          </ac:spMkLst>
        </pc:spChg>
        <pc:spChg chg="del">
          <ac:chgData name="מוראד עסאקלה" userId="dadc3539-881f-463a-a6d8-7d95d4cac27e" providerId="ADAL" clId="{1EEAC86B-9D86-48CF-8A0A-F9000FB36D6C}" dt="2025-02-03T15:41:38.401" v="1369" actId="26606"/>
          <ac:spMkLst>
            <pc:docMk/>
            <pc:sldMk cId="3521333582" sldId="282"/>
            <ac:spMk id="15" creationId="{8677094E-F0FE-4EC2-9511-5A411A2E1154}"/>
          </ac:spMkLst>
        </pc:spChg>
        <pc:spChg chg="del">
          <ac:chgData name="מוראד עסאקלה" userId="dadc3539-881f-463a-a6d8-7d95d4cac27e" providerId="ADAL" clId="{1EEAC86B-9D86-48CF-8A0A-F9000FB36D6C}" dt="2025-02-03T15:41:38.401" v="1369" actId="26606"/>
          <ac:spMkLst>
            <pc:docMk/>
            <pc:sldMk cId="3521333582" sldId="282"/>
            <ac:spMk id="17" creationId="{E0E1ADA3-256B-436F-BB84-15BF272B4BC8}"/>
          </ac:spMkLst>
        </pc:spChg>
        <pc:spChg chg="del">
          <ac:chgData name="מוראד עסאקלה" userId="dadc3539-881f-463a-a6d8-7d95d4cac27e" providerId="ADAL" clId="{1EEAC86B-9D86-48CF-8A0A-F9000FB36D6C}" dt="2025-02-03T15:41:38.401" v="1369" actId="26606"/>
          <ac:spMkLst>
            <pc:docMk/>
            <pc:sldMk cId="3521333582" sldId="282"/>
            <ac:spMk id="21" creationId="{5C091E65-5627-4CC0-82AA-74A3C89D7CF7}"/>
          </ac:spMkLst>
        </pc:spChg>
        <pc:spChg chg="add">
          <ac:chgData name="מוראד עסאקלה" userId="dadc3539-881f-463a-a6d8-7d95d4cac27e" providerId="ADAL" clId="{1EEAC86B-9D86-48CF-8A0A-F9000FB36D6C}" dt="2025-02-03T15:41:38.401" v="1369" actId="26606"/>
          <ac:spMkLst>
            <pc:docMk/>
            <pc:sldMk cId="3521333582" sldId="282"/>
            <ac:spMk id="26" creationId="{79CBD3C9-4E66-426D-948E-7CF4778107E8}"/>
          </ac:spMkLst>
        </pc:spChg>
        <pc:spChg chg="add">
          <ac:chgData name="מוראד עסאקלה" userId="dadc3539-881f-463a-a6d8-7d95d4cac27e" providerId="ADAL" clId="{1EEAC86B-9D86-48CF-8A0A-F9000FB36D6C}" dt="2025-02-03T15:41:38.401" v="1369" actId="26606"/>
          <ac:spMkLst>
            <pc:docMk/>
            <pc:sldMk cId="3521333582" sldId="282"/>
            <ac:spMk id="28" creationId="{DDB95FCF-AD96-482F-9FB8-CD95725E6EFF}"/>
          </ac:spMkLst>
        </pc:spChg>
        <pc:spChg chg="add">
          <ac:chgData name="מוראד עסאקלה" userId="dadc3539-881f-463a-a6d8-7d95d4cac27e" providerId="ADAL" clId="{1EEAC86B-9D86-48CF-8A0A-F9000FB36D6C}" dt="2025-02-03T15:41:38.401" v="1369" actId="26606"/>
          <ac:spMkLst>
            <pc:docMk/>
            <pc:sldMk cId="3521333582" sldId="282"/>
            <ac:spMk id="32" creationId="{2ED84DD6-8A68-4994-8094-8DDBE89BF353}"/>
          </ac:spMkLst>
        </pc:spChg>
        <pc:spChg chg="add">
          <ac:chgData name="מוראד עסאקלה" userId="dadc3539-881f-463a-a6d8-7d95d4cac27e" providerId="ADAL" clId="{1EEAC86B-9D86-48CF-8A0A-F9000FB36D6C}" dt="2025-02-03T15:41:38.401" v="1369" actId="26606"/>
          <ac:spMkLst>
            <pc:docMk/>
            <pc:sldMk cId="3521333582" sldId="282"/>
            <ac:spMk id="34" creationId="{176049D7-366E-4AC9-B689-460CC28F8E70}"/>
          </ac:spMkLst>
        </pc:spChg>
        <pc:spChg chg="add">
          <ac:chgData name="מוראד עסאקלה" userId="dadc3539-881f-463a-a6d8-7d95d4cac27e" providerId="ADAL" clId="{1EEAC86B-9D86-48CF-8A0A-F9000FB36D6C}" dt="2025-02-03T15:41:38.401" v="1369" actId="26606"/>
          <ac:spMkLst>
            <pc:docMk/>
            <pc:sldMk cId="3521333582" sldId="282"/>
            <ac:spMk id="38" creationId="{4AD45A04-4150-4943-BB06-EEEDDD73BFCE}"/>
          </ac:spMkLst>
        </pc:spChg>
        <pc:picChg chg="del">
          <ac:chgData name="מוראד עסאקלה" userId="dadc3539-881f-463a-a6d8-7d95d4cac27e" providerId="ADAL" clId="{1EEAC86B-9D86-48CF-8A0A-F9000FB36D6C}" dt="2025-02-03T15:40:28.686" v="1364" actId="478"/>
          <ac:picMkLst>
            <pc:docMk/>
            <pc:sldMk cId="3521333582" sldId="282"/>
            <ac:picMk id="4" creationId="{889B6816-66EF-5893-C8FD-AAF33769758A}"/>
          </ac:picMkLst>
        </pc:picChg>
        <pc:picChg chg="add mod">
          <ac:chgData name="מוראד עסאקלה" userId="dadc3539-881f-463a-a6d8-7d95d4cac27e" providerId="ADAL" clId="{1EEAC86B-9D86-48CF-8A0A-F9000FB36D6C}" dt="2025-02-03T15:41:40.889" v="1371" actId="962"/>
          <ac:picMkLst>
            <pc:docMk/>
            <pc:sldMk cId="3521333582" sldId="282"/>
            <ac:picMk id="8" creationId="{2B1471F0-AC65-EE85-8871-384727991045}"/>
          </ac:picMkLst>
        </pc:picChg>
        <pc:cxnChg chg="del">
          <ac:chgData name="מוראד עסאקלה" userId="dadc3539-881f-463a-a6d8-7d95d4cac27e" providerId="ADAL" clId="{1EEAC86B-9D86-48CF-8A0A-F9000FB36D6C}" dt="2025-02-03T15:41:38.401" v="1369" actId="26606"/>
          <ac:cxnSpMkLst>
            <pc:docMk/>
            <pc:sldMk cId="3521333582" sldId="282"/>
            <ac:cxnSpMk id="13" creationId="{8465D64B-59F4-4BDC-B833-A17EF1E04697}"/>
          </ac:cxnSpMkLst>
        </pc:cxnChg>
        <pc:cxnChg chg="del">
          <ac:chgData name="מוראד עסאקלה" userId="dadc3539-881f-463a-a6d8-7d95d4cac27e" providerId="ADAL" clId="{1EEAC86B-9D86-48CF-8A0A-F9000FB36D6C}" dt="2025-02-03T15:41:38.401" v="1369" actId="26606"/>
          <ac:cxnSpMkLst>
            <pc:docMk/>
            <pc:sldMk cId="3521333582" sldId="282"/>
            <ac:cxnSpMk id="19" creationId="{7DDC7D3D-A4F6-4638-B02B-2DBB6C11F5D3}"/>
          </ac:cxnSpMkLst>
        </pc:cxnChg>
        <pc:cxnChg chg="add">
          <ac:chgData name="מוראד עסאקלה" userId="dadc3539-881f-463a-a6d8-7d95d4cac27e" providerId="ADAL" clId="{1EEAC86B-9D86-48CF-8A0A-F9000FB36D6C}" dt="2025-02-03T15:41:38.401" v="1369" actId="26606"/>
          <ac:cxnSpMkLst>
            <pc:docMk/>
            <pc:sldMk cId="3521333582" sldId="282"/>
            <ac:cxnSpMk id="30" creationId="{64EEEC00-AD80-4734-BEE6-04CBDEC830C9}"/>
          </ac:cxnSpMkLst>
        </pc:cxnChg>
        <pc:cxnChg chg="add">
          <ac:chgData name="מוראד עסאקלה" userId="dadc3539-881f-463a-a6d8-7d95d4cac27e" providerId="ADAL" clId="{1EEAC86B-9D86-48CF-8A0A-F9000FB36D6C}" dt="2025-02-03T15:41:38.401" v="1369" actId="26606"/>
          <ac:cxnSpMkLst>
            <pc:docMk/>
            <pc:sldMk cId="3521333582" sldId="282"/>
            <ac:cxnSpMk id="36" creationId="{BC9E91F8-C4AE-4EB0-8B76-FF3F3FC7183D}"/>
          </ac:cxnSpMkLst>
        </pc:cxnChg>
      </pc:sldChg>
      <pc:sldChg chg="ord">
        <pc:chgData name="מוראד עסאקלה" userId="dadc3539-881f-463a-a6d8-7d95d4cac27e" providerId="ADAL" clId="{1EEAC86B-9D86-48CF-8A0A-F9000FB36D6C}" dt="2025-02-03T19:04:35.869" v="1381"/>
        <pc:sldMkLst>
          <pc:docMk/>
          <pc:sldMk cId="1640830204" sldId="283"/>
        </pc:sldMkLst>
      </pc:sldChg>
      <pc:sldChg chg="modSp mod">
        <pc:chgData name="מוראד עסאקלה" userId="dadc3539-881f-463a-a6d8-7d95d4cac27e" providerId="ADAL" clId="{1EEAC86B-9D86-48CF-8A0A-F9000FB36D6C}" dt="2025-02-03T13:26:31.168" v="1304" actId="14100"/>
        <pc:sldMkLst>
          <pc:docMk/>
          <pc:sldMk cId="1387542924" sldId="284"/>
        </pc:sldMkLst>
        <pc:spChg chg="mod">
          <ac:chgData name="מוראד עסאקלה" userId="dadc3539-881f-463a-a6d8-7d95d4cac27e" providerId="ADAL" clId="{1EEAC86B-9D86-48CF-8A0A-F9000FB36D6C}" dt="2025-02-03T13:26:31.168" v="1304" actId="14100"/>
          <ac:spMkLst>
            <pc:docMk/>
            <pc:sldMk cId="1387542924" sldId="284"/>
            <ac:spMk id="2" creationId="{D2CEC5D8-3B45-F3A3-9083-46C9C8B1E0A3}"/>
          </ac:spMkLst>
        </pc:spChg>
      </pc:sldChg>
      <pc:sldChg chg="del">
        <pc:chgData name="מוראד עסאקלה" userId="dadc3539-881f-463a-a6d8-7d95d4cac27e" providerId="ADAL" clId="{1EEAC86B-9D86-48CF-8A0A-F9000FB36D6C}" dt="2025-02-03T13:42:58.630" v="1305" actId="47"/>
        <pc:sldMkLst>
          <pc:docMk/>
          <pc:sldMk cId="2395540355" sldId="285"/>
        </pc:sldMkLst>
      </pc:sldChg>
      <pc:sldChg chg="ord">
        <pc:chgData name="מוראד עסאקלה" userId="dadc3539-881f-463a-a6d8-7d95d4cac27e" providerId="ADAL" clId="{1EEAC86B-9D86-48CF-8A0A-F9000FB36D6C}" dt="2025-02-03T12:52:06.025" v="806"/>
        <pc:sldMkLst>
          <pc:docMk/>
          <pc:sldMk cId="110569072" sldId="288"/>
        </pc:sldMkLst>
      </pc:sldChg>
      <pc:sldChg chg="addSp delSp modSp mod setBg">
        <pc:chgData name="מוראד עסאקלה" userId="dadc3539-881f-463a-a6d8-7d95d4cac27e" providerId="ADAL" clId="{1EEAC86B-9D86-48CF-8A0A-F9000FB36D6C}" dt="2025-02-03T22:37:05.097" v="1446" actId="14100"/>
        <pc:sldMkLst>
          <pc:docMk/>
          <pc:sldMk cId="2681708012" sldId="289"/>
        </pc:sldMkLst>
        <pc:spChg chg="mod ord">
          <ac:chgData name="מוראד עסאקלה" userId="dadc3539-881f-463a-a6d8-7d95d4cac27e" providerId="ADAL" clId="{1EEAC86B-9D86-48CF-8A0A-F9000FB36D6C}" dt="2025-02-03T22:36:56.647" v="1442" actId="26606"/>
          <ac:spMkLst>
            <pc:docMk/>
            <pc:sldMk cId="2681708012" sldId="289"/>
            <ac:spMk id="2" creationId="{26E713C3-9AA7-7D5A-5C97-85AD6E96C4AE}"/>
          </ac:spMkLst>
        </pc:spChg>
        <pc:spChg chg="add del">
          <ac:chgData name="מוראד עסאקלה" userId="dadc3539-881f-463a-a6d8-7d95d4cac27e" providerId="ADAL" clId="{1EEAC86B-9D86-48CF-8A0A-F9000FB36D6C}" dt="2025-02-03T22:31:17.510" v="1402"/>
          <ac:spMkLst>
            <pc:docMk/>
            <pc:sldMk cId="2681708012" sldId="289"/>
            <ac:spMk id="3" creationId="{96568D99-AEB5-60A2-58D2-660AD147BFEE}"/>
          </ac:spMkLst>
        </pc:spChg>
        <pc:spChg chg="add del mod">
          <ac:chgData name="מוראד עסאקלה" userId="dadc3539-881f-463a-a6d8-7d95d4cac27e" providerId="ADAL" clId="{1EEAC86B-9D86-48CF-8A0A-F9000FB36D6C}" dt="2025-02-03T22:36:12.350" v="1430" actId="478"/>
          <ac:spMkLst>
            <pc:docMk/>
            <pc:sldMk cId="2681708012" sldId="289"/>
            <ac:spMk id="21" creationId="{46BAB90D-E035-0835-6627-713F75896B50}"/>
          </ac:spMkLst>
        </pc:spChg>
        <pc:spChg chg="add del">
          <ac:chgData name="מוראד עסאקלה" userId="dadc3539-881f-463a-a6d8-7d95d4cac27e" providerId="ADAL" clId="{1EEAC86B-9D86-48CF-8A0A-F9000FB36D6C}" dt="2025-02-03T22:36:56.647" v="1442" actId="26606"/>
          <ac:spMkLst>
            <pc:docMk/>
            <pc:sldMk cId="2681708012" sldId="289"/>
            <ac:spMk id="28" creationId="{79CBD3C9-4E66-426D-948E-7CF4778107E8}"/>
          </ac:spMkLst>
        </pc:spChg>
        <pc:spChg chg="add del">
          <ac:chgData name="מוראד עסאקלה" userId="dadc3539-881f-463a-a6d8-7d95d4cac27e" providerId="ADAL" clId="{1EEAC86B-9D86-48CF-8A0A-F9000FB36D6C}" dt="2025-02-03T22:36:56.647" v="1442" actId="26606"/>
          <ac:spMkLst>
            <pc:docMk/>
            <pc:sldMk cId="2681708012" sldId="289"/>
            <ac:spMk id="30" creationId="{DDB95FCF-AD96-482F-9FB8-CD95725E6EFF}"/>
          </ac:spMkLst>
        </pc:spChg>
        <pc:spChg chg="add del">
          <ac:chgData name="מוראד עסאקלה" userId="dadc3539-881f-463a-a6d8-7d95d4cac27e" providerId="ADAL" clId="{1EEAC86B-9D86-48CF-8A0A-F9000FB36D6C}" dt="2025-02-03T22:36:56.647" v="1442" actId="26606"/>
          <ac:spMkLst>
            <pc:docMk/>
            <pc:sldMk cId="2681708012" sldId="289"/>
            <ac:spMk id="34" creationId="{6C26C0AB-632B-4701-A5A6-052B75B7F659}"/>
          </ac:spMkLst>
        </pc:spChg>
        <pc:spChg chg="add del">
          <ac:chgData name="מוראד עסאקלה" userId="dadc3539-881f-463a-a6d8-7d95d4cac27e" providerId="ADAL" clId="{1EEAC86B-9D86-48CF-8A0A-F9000FB36D6C}" dt="2025-02-03T22:36:56.647" v="1442" actId="26606"/>
          <ac:spMkLst>
            <pc:docMk/>
            <pc:sldMk cId="2681708012" sldId="289"/>
            <ac:spMk id="36" creationId="{122A2853-A55A-47F7-902F-6DE7185D8DA6}"/>
          </ac:spMkLst>
        </pc:spChg>
        <pc:spChg chg="add del">
          <ac:chgData name="מוראד עסאקלה" userId="dadc3539-881f-463a-a6d8-7d95d4cac27e" providerId="ADAL" clId="{1EEAC86B-9D86-48CF-8A0A-F9000FB36D6C}" dt="2025-02-03T22:36:56.647" v="1442" actId="26606"/>
          <ac:spMkLst>
            <pc:docMk/>
            <pc:sldMk cId="2681708012" sldId="289"/>
            <ac:spMk id="40" creationId="{F4F11129-8A77-4850-9BAB-FDA0CF4F3B66}"/>
          </ac:spMkLst>
        </pc:spChg>
        <pc:spChg chg="add del">
          <ac:chgData name="מוראד עסאקלה" userId="dadc3539-881f-463a-a6d8-7d95d4cac27e" providerId="ADAL" clId="{1EEAC86B-9D86-48CF-8A0A-F9000FB36D6C}" dt="2025-02-03T22:36:55.132" v="1439" actId="26606"/>
          <ac:spMkLst>
            <pc:docMk/>
            <pc:sldMk cId="2681708012" sldId="289"/>
            <ac:spMk id="45" creationId="{809C0BCD-BEE9-423F-A51C-BCCD8E5EAADA}"/>
          </ac:spMkLst>
        </pc:spChg>
        <pc:spChg chg="add del">
          <ac:chgData name="מוראד עסאקלה" userId="dadc3539-881f-463a-a6d8-7d95d4cac27e" providerId="ADAL" clId="{1EEAC86B-9D86-48CF-8A0A-F9000FB36D6C}" dt="2025-02-03T22:36:55.132" v="1439" actId="26606"/>
          <ac:spMkLst>
            <pc:docMk/>
            <pc:sldMk cId="2681708012" sldId="289"/>
            <ac:spMk id="47" creationId="{9998D094-42B2-42BA-AA14-E8FBE073A5D8}"/>
          </ac:spMkLst>
        </pc:spChg>
        <pc:spChg chg="add del">
          <ac:chgData name="מוראד עסאקלה" userId="dadc3539-881f-463a-a6d8-7d95d4cac27e" providerId="ADAL" clId="{1EEAC86B-9D86-48CF-8A0A-F9000FB36D6C}" dt="2025-02-03T22:36:55.132" v="1439" actId="26606"/>
          <ac:spMkLst>
            <pc:docMk/>
            <pc:sldMk cId="2681708012" sldId="289"/>
            <ac:spMk id="51" creationId="{F7726A94-1EF0-4D91-B7BF-C033E3D6E51B}"/>
          </ac:spMkLst>
        </pc:spChg>
        <pc:spChg chg="add del">
          <ac:chgData name="מוראד עסאקלה" userId="dadc3539-881f-463a-a6d8-7d95d4cac27e" providerId="ADAL" clId="{1EEAC86B-9D86-48CF-8A0A-F9000FB36D6C}" dt="2025-02-03T22:36:55.132" v="1439" actId="26606"/>
          <ac:spMkLst>
            <pc:docMk/>
            <pc:sldMk cId="2681708012" sldId="289"/>
            <ac:spMk id="55" creationId="{24FB4153-1E3E-4AE9-8306-E8C292894B04}"/>
          </ac:spMkLst>
        </pc:spChg>
        <pc:spChg chg="add del">
          <ac:chgData name="מוראד עסאקלה" userId="dadc3539-881f-463a-a6d8-7d95d4cac27e" providerId="ADAL" clId="{1EEAC86B-9D86-48CF-8A0A-F9000FB36D6C}" dt="2025-02-03T22:36:56.639" v="1441" actId="26606"/>
          <ac:spMkLst>
            <pc:docMk/>
            <pc:sldMk cId="2681708012" sldId="289"/>
            <ac:spMk id="57" creationId="{809C0BCD-BEE9-423F-A51C-BCCD8E5EAADA}"/>
          </ac:spMkLst>
        </pc:spChg>
        <pc:spChg chg="add del">
          <ac:chgData name="מוראד עסאקלה" userId="dadc3539-881f-463a-a6d8-7d95d4cac27e" providerId="ADAL" clId="{1EEAC86B-9D86-48CF-8A0A-F9000FB36D6C}" dt="2025-02-03T22:36:56.639" v="1441" actId="26606"/>
          <ac:spMkLst>
            <pc:docMk/>
            <pc:sldMk cId="2681708012" sldId="289"/>
            <ac:spMk id="58" creationId="{9998D094-42B2-42BA-AA14-E8FBE073A5D8}"/>
          </ac:spMkLst>
        </pc:spChg>
        <pc:spChg chg="add del">
          <ac:chgData name="מוראד עסאקלה" userId="dadc3539-881f-463a-a6d8-7d95d4cac27e" providerId="ADAL" clId="{1EEAC86B-9D86-48CF-8A0A-F9000FB36D6C}" dt="2025-02-03T22:36:56.639" v="1441" actId="26606"/>
          <ac:spMkLst>
            <pc:docMk/>
            <pc:sldMk cId="2681708012" sldId="289"/>
            <ac:spMk id="60" creationId="{5E8412B9-4498-4BDF-AA20-B5934412F463}"/>
          </ac:spMkLst>
        </pc:spChg>
        <pc:spChg chg="add">
          <ac:chgData name="מוראד עסאקלה" userId="dadc3539-881f-463a-a6d8-7d95d4cac27e" providerId="ADAL" clId="{1EEAC86B-9D86-48CF-8A0A-F9000FB36D6C}" dt="2025-02-03T22:36:56.647" v="1442" actId="26606"/>
          <ac:spMkLst>
            <pc:docMk/>
            <pc:sldMk cId="2681708012" sldId="289"/>
            <ac:spMk id="63" creationId="{79CBD3C9-4E66-426D-948E-7CF4778107E8}"/>
          </ac:spMkLst>
        </pc:spChg>
        <pc:spChg chg="add">
          <ac:chgData name="מוראד עסאקלה" userId="dadc3539-881f-463a-a6d8-7d95d4cac27e" providerId="ADAL" clId="{1EEAC86B-9D86-48CF-8A0A-F9000FB36D6C}" dt="2025-02-03T22:36:56.647" v="1442" actId="26606"/>
          <ac:spMkLst>
            <pc:docMk/>
            <pc:sldMk cId="2681708012" sldId="289"/>
            <ac:spMk id="64" creationId="{DDB95FCF-AD96-482F-9FB8-CD95725E6EFF}"/>
          </ac:spMkLst>
        </pc:spChg>
        <pc:spChg chg="add">
          <ac:chgData name="מוראד עסאקלה" userId="dadc3539-881f-463a-a6d8-7d95d4cac27e" providerId="ADAL" clId="{1EEAC86B-9D86-48CF-8A0A-F9000FB36D6C}" dt="2025-02-03T22:36:56.647" v="1442" actId="26606"/>
          <ac:spMkLst>
            <pc:docMk/>
            <pc:sldMk cId="2681708012" sldId="289"/>
            <ac:spMk id="66" creationId="{2ED84DD6-8A68-4994-8094-8DDBE89BF353}"/>
          </ac:spMkLst>
        </pc:spChg>
        <pc:spChg chg="add">
          <ac:chgData name="מוראד עסאקלה" userId="dadc3539-881f-463a-a6d8-7d95d4cac27e" providerId="ADAL" clId="{1EEAC86B-9D86-48CF-8A0A-F9000FB36D6C}" dt="2025-02-03T22:36:56.647" v="1442" actId="26606"/>
          <ac:spMkLst>
            <pc:docMk/>
            <pc:sldMk cId="2681708012" sldId="289"/>
            <ac:spMk id="67" creationId="{176049D7-366E-4AC9-B689-460CC28F8E70}"/>
          </ac:spMkLst>
        </pc:spChg>
        <pc:spChg chg="add">
          <ac:chgData name="מוראד עסאקלה" userId="dadc3539-881f-463a-a6d8-7d95d4cac27e" providerId="ADAL" clId="{1EEAC86B-9D86-48CF-8A0A-F9000FB36D6C}" dt="2025-02-03T22:36:56.647" v="1442" actId="26606"/>
          <ac:spMkLst>
            <pc:docMk/>
            <pc:sldMk cId="2681708012" sldId="289"/>
            <ac:spMk id="69" creationId="{4AD45A04-4150-4943-BB06-EEEDDD73BFCE}"/>
          </ac:spMkLst>
        </pc:spChg>
        <pc:graphicFrameChg chg="add mod">
          <ac:chgData name="מוראד עסאקלה" userId="dadc3539-881f-463a-a6d8-7d95d4cac27e" providerId="ADAL" clId="{1EEAC86B-9D86-48CF-8A0A-F9000FB36D6C}" dt="2025-02-03T22:25:19.452" v="1401"/>
          <ac:graphicFrameMkLst>
            <pc:docMk/>
            <pc:sldMk cId="2681708012" sldId="289"/>
            <ac:graphicFrameMk id="4" creationId="{71818F3F-14FF-A311-4508-6D8835A25603}"/>
          </ac:graphicFrameMkLst>
        </pc:graphicFrameChg>
        <pc:graphicFrameChg chg="add mod">
          <ac:chgData name="מוראד עסאקלה" userId="dadc3539-881f-463a-a6d8-7d95d4cac27e" providerId="ADAL" clId="{1EEAC86B-9D86-48CF-8A0A-F9000FB36D6C}" dt="2025-02-03T22:25:12.543" v="1396"/>
          <ac:graphicFrameMkLst>
            <pc:docMk/>
            <pc:sldMk cId="2681708012" sldId="289"/>
            <ac:graphicFrameMk id="5" creationId="{28CE8202-61BD-A20B-5721-412C6FBF513C}"/>
          </ac:graphicFrameMkLst>
        </pc:graphicFrameChg>
        <pc:graphicFrameChg chg="add mod">
          <ac:chgData name="מוראד עסאקלה" userId="dadc3539-881f-463a-a6d8-7d95d4cac27e" providerId="ADAL" clId="{1EEAC86B-9D86-48CF-8A0A-F9000FB36D6C}" dt="2025-02-03T22:25:12.543" v="1396"/>
          <ac:graphicFrameMkLst>
            <pc:docMk/>
            <pc:sldMk cId="2681708012" sldId="289"/>
            <ac:graphicFrameMk id="6" creationId="{75EFC046-CFA3-0438-D868-208000CF97EC}"/>
          </ac:graphicFrameMkLst>
        </pc:graphicFrameChg>
        <pc:graphicFrameChg chg="add mod">
          <ac:chgData name="מוראד עסאקלה" userId="dadc3539-881f-463a-a6d8-7d95d4cac27e" providerId="ADAL" clId="{1EEAC86B-9D86-48CF-8A0A-F9000FB36D6C}" dt="2025-02-03T22:25:12.543" v="1396"/>
          <ac:graphicFrameMkLst>
            <pc:docMk/>
            <pc:sldMk cId="2681708012" sldId="289"/>
            <ac:graphicFrameMk id="7" creationId="{7FFB7642-7582-1A2E-690E-C72EF914EE70}"/>
          </ac:graphicFrameMkLst>
        </pc:graphicFrameChg>
        <pc:graphicFrameChg chg="add mod">
          <ac:chgData name="מוראד עסאקלה" userId="dadc3539-881f-463a-a6d8-7d95d4cac27e" providerId="ADAL" clId="{1EEAC86B-9D86-48CF-8A0A-F9000FB36D6C}" dt="2025-02-03T22:25:12.543" v="1396"/>
          <ac:graphicFrameMkLst>
            <pc:docMk/>
            <pc:sldMk cId="2681708012" sldId="289"/>
            <ac:graphicFrameMk id="8" creationId="{A48FBBBE-9A89-A67C-E8F7-6C91B73318E6}"/>
          </ac:graphicFrameMkLst>
        </pc:graphicFrameChg>
        <pc:graphicFrameChg chg="add mod">
          <ac:chgData name="מוראד עסאקלה" userId="dadc3539-881f-463a-a6d8-7d95d4cac27e" providerId="ADAL" clId="{1EEAC86B-9D86-48CF-8A0A-F9000FB36D6C}" dt="2025-02-03T22:25:12.543" v="1396"/>
          <ac:graphicFrameMkLst>
            <pc:docMk/>
            <pc:sldMk cId="2681708012" sldId="289"/>
            <ac:graphicFrameMk id="9" creationId="{5A0D4D97-2BFA-0833-1F7B-1DB677C575BB}"/>
          </ac:graphicFrameMkLst>
        </pc:graphicFrameChg>
        <pc:graphicFrameChg chg="add mod">
          <ac:chgData name="מוראד עסאקלה" userId="dadc3539-881f-463a-a6d8-7d95d4cac27e" providerId="ADAL" clId="{1EEAC86B-9D86-48CF-8A0A-F9000FB36D6C}" dt="2025-02-03T22:25:12.543" v="1396"/>
          <ac:graphicFrameMkLst>
            <pc:docMk/>
            <pc:sldMk cId="2681708012" sldId="289"/>
            <ac:graphicFrameMk id="10" creationId="{D83AF35E-CCF9-0B87-3DC9-9F51ACEB79D2}"/>
          </ac:graphicFrameMkLst>
        </pc:graphicFrameChg>
        <pc:graphicFrameChg chg="add mod">
          <ac:chgData name="מוראד עסאקלה" userId="dadc3539-881f-463a-a6d8-7d95d4cac27e" providerId="ADAL" clId="{1EEAC86B-9D86-48CF-8A0A-F9000FB36D6C}" dt="2025-02-03T22:25:12.543" v="1396"/>
          <ac:graphicFrameMkLst>
            <pc:docMk/>
            <pc:sldMk cId="2681708012" sldId="289"/>
            <ac:graphicFrameMk id="11" creationId="{C54FBA23-A3E0-9139-8C89-DD9C1AB9FDD3}"/>
          </ac:graphicFrameMkLst>
        </pc:graphicFrameChg>
        <pc:graphicFrameChg chg="add mod">
          <ac:chgData name="מוראד עסאקלה" userId="dadc3539-881f-463a-a6d8-7d95d4cac27e" providerId="ADAL" clId="{1EEAC86B-9D86-48CF-8A0A-F9000FB36D6C}" dt="2025-02-03T22:25:12.543" v="1396"/>
          <ac:graphicFrameMkLst>
            <pc:docMk/>
            <pc:sldMk cId="2681708012" sldId="289"/>
            <ac:graphicFrameMk id="12" creationId="{AE5E2E26-E05C-2FF9-E317-5E3572BA5B0A}"/>
          </ac:graphicFrameMkLst>
        </pc:graphicFrameChg>
        <pc:graphicFrameChg chg="add mod">
          <ac:chgData name="מוראד עסאקלה" userId="dadc3539-881f-463a-a6d8-7d95d4cac27e" providerId="ADAL" clId="{1EEAC86B-9D86-48CF-8A0A-F9000FB36D6C}" dt="2025-02-03T22:25:12.543" v="1396"/>
          <ac:graphicFrameMkLst>
            <pc:docMk/>
            <pc:sldMk cId="2681708012" sldId="289"/>
            <ac:graphicFrameMk id="13" creationId="{DE849229-3164-D805-CA37-E79BA0797285}"/>
          </ac:graphicFrameMkLst>
        </pc:graphicFrameChg>
        <pc:graphicFrameChg chg="add mod">
          <ac:chgData name="מוראד עסאקלה" userId="dadc3539-881f-463a-a6d8-7d95d4cac27e" providerId="ADAL" clId="{1EEAC86B-9D86-48CF-8A0A-F9000FB36D6C}" dt="2025-02-03T22:25:12.543" v="1396"/>
          <ac:graphicFrameMkLst>
            <pc:docMk/>
            <pc:sldMk cId="2681708012" sldId="289"/>
            <ac:graphicFrameMk id="14" creationId="{81CB6A28-069A-2613-B2FD-6CE6195AE64C}"/>
          </ac:graphicFrameMkLst>
        </pc:graphicFrameChg>
        <pc:graphicFrameChg chg="add mod">
          <ac:chgData name="מוראד עסאקלה" userId="dadc3539-881f-463a-a6d8-7d95d4cac27e" providerId="ADAL" clId="{1EEAC86B-9D86-48CF-8A0A-F9000FB36D6C}" dt="2025-02-03T22:25:12.543" v="1396"/>
          <ac:graphicFrameMkLst>
            <pc:docMk/>
            <pc:sldMk cId="2681708012" sldId="289"/>
            <ac:graphicFrameMk id="15" creationId="{1913B76C-7148-BC50-FD66-4C16E10930CC}"/>
          </ac:graphicFrameMkLst>
        </pc:graphicFrameChg>
        <pc:graphicFrameChg chg="add mod">
          <ac:chgData name="מוראד עסאקלה" userId="dadc3539-881f-463a-a6d8-7d95d4cac27e" providerId="ADAL" clId="{1EEAC86B-9D86-48CF-8A0A-F9000FB36D6C}" dt="2025-02-03T22:25:12.543" v="1396"/>
          <ac:graphicFrameMkLst>
            <pc:docMk/>
            <pc:sldMk cId="2681708012" sldId="289"/>
            <ac:graphicFrameMk id="16" creationId="{023542A7-5ACD-6638-57F8-DFD3FD8608ED}"/>
          </ac:graphicFrameMkLst>
        </pc:graphicFrameChg>
        <pc:graphicFrameChg chg="add mod modGraphic">
          <ac:chgData name="מוראד עסאקלה" userId="dadc3539-881f-463a-a6d8-7d95d4cac27e" providerId="ADAL" clId="{1EEAC86B-9D86-48CF-8A0A-F9000FB36D6C}" dt="2025-02-03T22:25:18.580" v="1399" actId="14100"/>
          <ac:graphicFrameMkLst>
            <pc:docMk/>
            <pc:sldMk cId="2681708012" sldId="289"/>
            <ac:graphicFrameMk id="17" creationId="{8D1DEFDE-49D5-8681-F6AE-D5AD4B409763}"/>
          </ac:graphicFrameMkLst>
        </pc:graphicFrameChg>
        <pc:graphicFrameChg chg="add mod">
          <ac:chgData name="מוראד עסאקלה" userId="dadc3539-881f-463a-a6d8-7d95d4cac27e" providerId="ADAL" clId="{1EEAC86B-9D86-48CF-8A0A-F9000FB36D6C}" dt="2025-02-03T22:25:18.987" v="1400" actId="1076"/>
          <ac:graphicFrameMkLst>
            <pc:docMk/>
            <pc:sldMk cId="2681708012" sldId="289"/>
            <ac:graphicFrameMk id="18" creationId="{FC9E96CF-0FB7-F25A-ADC8-4CC7DB81A3E0}"/>
          </ac:graphicFrameMkLst>
        </pc:graphicFrameChg>
        <pc:graphicFrameChg chg="add del mod modGraphic">
          <ac:chgData name="מוראד עסאקלה" userId="dadc3539-881f-463a-a6d8-7d95d4cac27e" providerId="ADAL" clId="{1EEAC86B-9D86-48CF-8A0A-F9000FB36D6C}" dt="2025-02-03T22:32:49" v="1426" actId="478"/>
          <ac:graphicFrameMkLst>
            <pc:docMk/>
            <pc:sldMk cId="2681708012" sldId="289"/>
            <ac:graphicFrameMk id="19" creationId="{7B37F51B-D55C-6231-F7F3-C8438EB5A604}"/>
          </ac:graphicFrameMkLst>
        </pc:graphicFrameChg>
        <pc:picChg chg="add mod">
          <ac:chgData name="מוראד עסאקלה" userId="dadc3539-881f-463a-a6d8-7d95d4cac27e" providerId="ADAL" clId="{1EEAC86B-9D86-48CF-8A0A-F9000FB36D6C}" dt="2025-02-03T22:37:05.097" v="1446" actId="14100"/>
          <ac:picMkLst>
            <pc:docMk/>
            <pc:sldMk cId="2681708012" sldId="289"/>
            <ac:picMk id="23" creationId="{A910FAAA-957A-C084-6CD6-6D2B70FB0EC1}"/>
          </ac:picMkLst>
        </pc:picChg>
        <pc:cxnChg chg="add del">
          <ac:chgData name="מוראד עסאקלה" userId="dadc3539-881f-463a-a6d8-7d95d4cac27e" providerId="ADAL" clId="{1EEAC86B-9D86-48CF-8A0A-F9000FB36D6C}" dt="2025-02-03T22:36:56.647" v="1442" actId="26606"/>
          <ac:cxnSpMkLst>
            <pc:docMk/>
            <pc:sldMk cId="2681708012" sldId="289"/>
            <ac:cxnSpMk id="32" creationId="{64EEEC00-AD80-4734-BEE6-04CBDEC830C9}"/>
          </ac:cxnSpMkLst>
        </pc:cxnChg>
        <pc:cxnChg chg="add del">
          <ac:chgData name="מוראד עסאקלה" userId="dadc3539-881f-463a-a6d8-7d95d4cac27e" providerId="ADAL" clId="{1EEAC86B-9D86-48CF-8A0A-F9000FB36D6C}" dt="2025-02-03T22:36:56.647" v="1442" actId="26606"/>
          <ac:cxnSpMkLst>
            <pc:docMk/>
            <pc:sldMk cId="2681708012" sldId="289"/>
            <ac:cxnSpMk id="38" creationId="{4A0A3D00-134B-401B-BED1-39F1B734C951}"/>
          </ac:cxnSpMkLst>
        </pc:cxnChg>
        <pc:cxnChg chg="add del">
          <ac:chgData name="מוראד עסאקלה" userId="dadc3539-881f-463a-a6d8-7d95d4cac27e" providerId="ADAL" clId="{1EEAC86B-9D86-48CF-8A0A-F9000FB36D6C}" dt="2025-02-03T22:36:55.132" v="1439" actId="26606"/>
          <ac:cxnSpMkLst>
            <pc:docMk/>
            <pc:sldMk cId="2681708012" sldId="289"/>
            <ac:cxnSpMk id="49" creationId="{8465D64B-59F4-4BDC-B833-A17EF1E04697}"/>
          </ac:cxnSpMkLst>
        </pc:cxnChg>
        <pc:cxnChg chg="add del">
          <ac:chgData name="מוראד עסאקלה" userId="dadc3539-881f-463a-a6d8-7d95d4cac27e" providerId="ADAL" clId="{1EEAC86B-9D86-48CF-8A0A-F9000FB36D6C}" dt="2025-02-03T22:36:55.132" v="1439" actId="26606"/>
          <ac:cxnSpMkLst>
            <pc:docMk/>
            <pc:sldMk cId="2681708012" sldId="289"/>
            <ac:cxnSpMk id="53" creationId="{98F0650C-11DF-45E6-8EC2-E3B298F0D80A}"/>
          </ac:cxnSpMkLst>
        </pc:cxnChg>
        <pc:cxnChg chg="add del">
          <ac:chgData name="מוראד עסאקלה" userId="dadc3539-881f-463a-a6d8-7d95d4cac27e" providerId="ADAL" clId="{1EEAC86B-9D86-48CF-8A0A-F9000FB36D6C}" dt="2025-02-03T22:36:56.639" v="1441" actId="26606"/>
          <ac:cxnSpMkLst>
            <pc:docMk/>
            <pc:sldMk cId="2681708012" sldId="289"/>
            <ac:cxnSpMk id="59" creationId="{8465D64B-59F4-4BDC-B833-A17EF1E04697}"/>
          </ac:cxnSpMkLst>
        </pc:cxnChg>
        <pc:cxnChg chg="add del">
          <ac:chgData name="מוראד עסאקלה" userId="dadc3539-881f-463a-a6d8-7d95d4cac27e" providerId="ADAL" clId="{1EEAC86B-9D86-48CF-8A0A-F9000FB36D6C}" dt="2025-02-03T22:36:56.639" v="1441" actId="26606"/>
          <ac:cxnSpMkLst>
            <pc:docMk/>
            <pc:sldMk cId="2681708012" sldId="289"/>
            <ac:cxnSpMk id="61" creationId="{EF8010B4-3D5B-43B9-B1FD-B3712BB8FD6D}"/>
          </ac:cxnSpMkLst>
        </pc:cxnChg>
        <pc:cxnChg chg="add">
          <ac:chgData name="מוראד עסאקלה" userId="dadc3539-881f-463a-a6d8-7d95d4cac27e" providerId="ADAL" clId="{1EEAC86B-9D86-48CF-8A0A-F9000FB36D6C}" dt="2025-02-03T22:36:56.647" v="1442" actId="26606"/>
          <ac:cxnSpMkLst>
            <pc:docMk/>
            <pc:sldMk cId="2681708012" sldId="289"/>
            <ac:cxnSpMk id="65" creationId="{64EEEC00-AD80-4734-BEE6-04CBDEC830C9}"/>
          </ac:cxnSpMkLst>
        </pc:cxnChg>
        <pc:cxnChg chg="add">
          <ac:chgData name="מוראד עסאקלה" userId="dadc3539-881f-463a-a6d8-7d95d4cac27e" providerId="ADAL" clId="{1EEAC86B-9D86-48CF-8A0A-F9000FB36D6C}" dt="2025-02-03T22:36:56.647" v="1442" actId="26606"/>
          <ac:cxnSpMkLst>
            <pc:docMk/>
            <pc:sldMk cId="2681708012" sldId="289"/>
            <ac:cxnSpMk id="68" creationId="{BC9E91F8-C4AE-4EB0-8B76-FF3F3FC7183D}"/>
          </ac:cxnSpMkLst>
        </pc:cxnChg>
      </pc:sldChg>
      <pc:sldChg chg="addSp delSp modSp del mod setBg">
        <pc:chgData name="מוראד עסאקלה" userId="dadc3539-881f-463a-a6d8-7d95d4cac27e" providerId="ADAL" clId="{1EEAC86B-9D86-48CF-8A0A-F9000FB36D6C}" dt="2025-02-03T23:22:03.374" v="1549" actId="47"/>
        <pc:sldMkLst>
          <pc:docMk/>
          <pc:sldMk cId="3290653517" sldId="289"/>
        </pc:sldMkLst>
        <pc:spChg chg="mod">
          <ac:chgData name="מוראד עסאקלה" userId="dadc3539-881f-463a-a6d8-7d95d4cac27e" providerId="ADAL" clId="{1EEAC86B-9D86-48CF-8A0A-F9000FB36D6C}" dt="2025-02-03T23:18:45.676" v="1494" actId="26606"/>
          <ac:spMkLst>
            <pc:docMk/>
            <pc:sldMk cId="3290653517" sldId="289"/>
            <ac:spMk id="2" creationId="{26E713C3-9AA7-7D5A-5C97-85AD6E96C4AE}"/>
          </ac:spMkLst>
        </pc:spChg>
        <pc:spChg chg="add del">
          <ac:chgData name="מוראד עסאקלה" userId="dadc3539-881f-463a-a6d8-7d95d4cac27e" providerId="ADAL" clId="{1EEAC86B-9D86-48CF-8A0A-F9000FB36D6C}" dt="2025-02-03T23:18:35.567" v="1486" actId="26606"/>
          <ac:spMkLst>
            <pc:docMk/>
            <pc:sldMk cId="3290653517" sldId="289"/>
            <ac:spMk id="11" creationId="{AB221CDE-5758-4F8A-8E5E-597B1D5AC75E}"/>
          </ac:spMkLst>
        </pc:spChg>
        <pc:spChg chg="add del">
          <ac:chgData name="מוראד עסאקלה" userId="dadc3539-881f-463a-a6d8-7d95d4cac27e" providerId="ADAL" clId="{1EEAC86B-9D86-48CF-8A0A-F9000FB36D6C}" dt="2025-02-03T23:18:35.567" v="1486" actId="26606"/>
          <ac:spMkLst>
            <pc:docMk/>
            <pc:sldMk cId="3290653517" sldId="289"/>
            <ac:spMk id="13" creationId="{811480FC-7901-40F2-8538-739D6CD4FD89}"/>
          </ac:spMkLst>
        </pc:spChg>
        <pc:spChg chg="add del">
          <ac:chgData name="מוראד עסאקלה" userId="dadc3539-881f-463a-a6d8-7d95d4cac27e" providerId="ADAL" clId="{1EEAC86B-9D86-48CF-8A0A-F9000FB36D6C}" dt="2025-02-03T23:18:35.567" v="1486" actId="26606"/>
          <ac:spMkLst>
            <pc:docMk/>
            <pc:sldMk cId="3290653517" sldId="289"/>
            <ac:spMk id="17" creationId="{5A75D33A-CC00-4254-8A44-4AF69E8DDEC4}"/>
          </ac:spMkLst>
        </pc:spChg>
        <pc:spChg chg="add del">
          <ac:chgData name="מוראד עסאקלה" userId="dadc3539-881f-463a-a6d8-7d95d4cac27e" providerId="ADAL" clId="{1EEAC86B-9D86-48CF-8A0A-F9000FB36D6C}" dt="2025-02-03T23:18:35.567" v="1486" actId="26606"/>
          <ac:spMkLst>
            <pc:docMk/>
            <pc:sldMk cId="3290653517" sldId="289"/>
            <ac:spMk id="19" creationId="{C225B8AB-EAE7-4629-86F7-9173CA9EAC13}"/>
          </ac:spMkLst>
        </pc:spChg>
        <pc:spChg chg="add del">
          <ac:chgData name="מוראד עסאקלה" userId="dadc3539-881f-463a-a6d8-7d95d4cac27e" providerId="ADAL" clId="{1EEAC86B-9D86-48CF-8A0A-F9000FB36D6C}" dt="2025-02-03T23:18:35.967" v="1488" actId="26606"/>
          <ac:spMkLst>
            <pc:docMk/>
            <pc:sldMk cId="3290653517" sldId="289"/>
            <ac:spMk id="24" creationId="{FB71362F-6305-42A2-8633-285CE3813B1A}"/>
          </ac:spMkLst>
        </pc:spChg>
        <pc:spChg chg="add del">
          <ac:chgData name="מוראד עסאקלה" userId="dadc3539-881f-463a-a6d8-7d95d4cac27e" providerId="ADAL" clId="{1EEAC86B-9D86-48CF-8A0A-F9000FB36D6C}" dt="2025-02-03T23:18:35.967" v="1488" actId="26606"/>
          <ac:spMkLst>
            <pc:docMk/>
            <pc:sldMk cId="3290653517" sldId="289"/>
            <ac:spMk id="25" creationId="{FA31D9BD-07E7-4FED-9A0B-DD9B6EC49B7A}"/>
          </ac:spMkLst>
        </pc:spChg>
        <pc:spChg chg="add del">
          <ac:chgData name="מוראד עסאקלה" userId="dadc3539-881f-463a-a6d8-7d95d4cac27e" providerId="ADAL" clId="{1EEAC86B-9D86-48CF-8A0A-F9000FB36D6C}" dt="2025-02-03T23:18:35.967" v="1488" actId="26606"/>
          <ac:spMkLst>
            <pc:docMk/>
            <pc:sldMk cId="3290653517" sldId="289"/>
            <ac:spMk id="26" creationId="{611F50C1-F708-485D-B1A9-65873AB21768}"/>
          </ac:spMkLst>
        </pc:spChg>
        <pc:spChg chg="add del">
          <ac:chgData name="מוראד עסאקלה" userId="dadc3539-881f-463a-a6d8-7d95d4cac27e" providerId="ADAL" clId="{1EEAC86B-9D86-48CF-8A0A-F9000FB36D6C}" dt="2025-02-03T23:18:35.967" v="1488" actId="26606"/>
          <ac:spMkLst>
            <pc:docMk/>
            <pc:sldMk cId="3290653517" sldId="289"/>
            <ac:spMk id="27" creationId="{83F450D6-4ADD-4996-A79D-C5304C2F9AAD}"/>
          </ac:spMkLst>
        </pc:spChg>
        <pc:spChg chg="add del">
          <ac:chgData name="מוראד עסאקלה" userId="dadc3539-881f-463a-a6d8-7d95d4cac27e" providerId="ADAL" clId="{1EEAC86B-9D86-48CF-8A0A-F9000FB36D6C}" dt="2025-02-03T23:18:35.967" v="1488" actId="26606"/>
          <ac:spMkLst>
            <pc:docMk/>
            <pc:sldMk cId="3290653517" sldId="289"/>
            <ac:spMk id="29" creationId="{DB48365C-39E4-41C6-B96C-26408CCFA7EE}"/>
          </ac:spMkLst>
        </pc:spChg>
        <pc:spChg chg="add del">
          <ac:chgData name="מוראד עסאקלה" userId="dadc3539-881f-463a-a6d8-7d95d4cac27e" providerId="ADAL" clId="{1EEAC86B-9D86-48CF-8A0A-F9000FB36D6C}" dt="2025-02-03T23:18:35.967" v="1488" actId="26606"/>
          <ac:spMkLst>
            <pc:docMk/>
            <pc:sldMk cId="3290653517" sldId="289"/>
            <ac:spMk id="30" creationId="{86C03931-92CB-4E6A-822B-50DE062110B8}"/>
          </ac:spMkLst>
        </pc:spChg>
        <pc:spChg chg="add del">
          <ac:chgData name="מוראד עסאקלה" userId="dadc3539-881f-463a-a6d8-7d95d4cac27e" providerId="ADAL" clId="{1EEAC86B-9D86-48CF-8A0A-F9000FB36D6C}" dt="2025-02-03T23:18:35.967" v="1488" actId="26606"/>
          <ac:spMkLst>
            <pc:docMk/>
            <pc:sldMk cId="3290653517" sldId="289"/>
            <ac:spMk id="32" creationId="{25217770-871E-441F-AD70-16C1E0D561D5}"/>
          </ac:spMkLst>
        </pc:spChg>
        <pc:spChg chg="add del">
          <ac:chgData name="מוראד עסאקלה" userId="dadc3539-881f-463a-a6d8-7d95d4cac27e" providerId="ADAL" clId="{1EEAC86B-9D86-48CF-8A0A-F9000FB36D6C}" dt="2025-02-03T23:18:38.531" v="1490" actId="26606"/>
          <ac:spMkLst>
            <pc:docMk/>
            <pc:sldMk cId="3290653517" sldId="289"/>
            <ac:spMk id="34" creationId="{AB221CDE-5758-4F8A-8E5E-597B1D5AC75E}"/>
          </ac:spMkLst>
        </pc:spChg>
        <pc:spChg chg="add del">
          <ac:chgData name="מוראד עסאקלה" userId="dadc3539-881f-463a-a6d8-7d95d4cac27e" providerId="ADAL" clId="{1EEAC86B-9D86-48CF-8A0A-F9000FB36D6C}" dt="2025-02-03T23:18:38.531" v="1490" actId="26606"/>
          <ac:spMkLst>
            <pc:docMk/>
            <pc:sldMk cId="3290653517" sldId="289"/>
            <ac:spMk id="35" creationId="{811480FC-7901-40F2-8538-739D6CD4FD89}"/>
          </ac:spMkLst>
        </pc:spChg>
        <pc:spChg chg="add del">
          <ac:chgData name="מוראד עסאקלה" userId="dadc3539-881f-463a-a6d8-7d95d4cac27e" providerId="ADAL" clId="{1EEAC86B-9D86-48CF-8A0A-F9000FB36D6C}" dt="2025-02-03T23:18:38.531" v="1490" actId="26606"/>
          <ac:spMkLst>
            <pc:docMk/>
            <pc:sldMk cId="3290653517" sldId="289"/>
            <ac:spMk id="37" creationId="{29C0F59F-DC5D-462A-AB06-62D2AE328BAE}"/>
          </ac:spMkLst>
        </pc:spChg>
        <pc:spChg chg="add del">
          <ac:chgData name="מוראד עסאקלה" userId="dadc3539-881f-463a-a6d8-7d95d4cac27e" providerId="ADAL" clId="{1EEAC86B-9D86-48CF-8A0A-F9000FB36D6C}" dt="2025-02-03T23:18:38.531" v="1490" actId="26606"/>
          <ac:spMkLst>
            <pc:docMk/>
            <pc:sldMk cId="3290653517" sldId="289"/>
            <ac:spMk id="38" creationId="{E8DD0C10-921D-4533-A49D-40958AB9B0DB}"/>
          </ac:spMkLst>
        </pc:spChg>
        <pc:spChg chg="add del">
          <ac:chgData name="מוראד עסאקלה" userId="dadc3539-881f-463a-a6d8-7d95d4cac27e" providerId="ADAL" clId="{1EEAC86B-9D86-48CF-8A0A-F9000FB36D6C}" dt="2025-02-03T23:18:38.531" v="1490" actId="26606"/>
          <ac:spMkLst>
            <pc:docMk/>
            <pc:sldMk cId="3290653517" sldId="289"/>
            <ac:spMk id="40" creationId="{9AB2C35D-76CC-41BD-B018-F01ED34FF39F}"/>
          </ac:spMkLst>
        </pc:spChg>
        <pc:spChg chg="add del">
          <ac:chgData name="מוראד עסאקלה" userId="dadc3539-881f-463a-a6d8-7d95d4cac27e" providerId="ADAL" clId="{1EEAC86B-9D86-48CF-8A0A-F9000FB36D6C}" dt="2025-02-03T23:18:38.531" v="1490" actId="26606"/>
          <ac:spMkLst>
            <pc:docMk/>
            <pc:sldMk cId="3290653517" sldId="289"/>
            <ac:spMk id="41" creationId="{8AF862A3-FFC3-466F-9D62-9B3B5D5F46DC}"/>
          </ac:spMkLst>
        </pc:spChg>
        <pc:spChg chg="add del">
          <ac:chgData name="מוראד עסאקלה" userId="dadc3539-881f-463a-a6d8-7d95d4cac27e" providerId="ADAL" clId="{1EEAC86B-9D86-48CF-8A0A-F9000FB36D6C}" dt="2025-02-03T23:18:38.531" v="1490" actId="26606"/>
          <ac:spMkLst>
            <pc:docMk/>
            <pc:sldMk cId="3290653517" sldId="289"/>
            <ac:spMk id="42" creationId="{A691A45C-6790-497D-A47F-FC34A52CDEE5}"/>
          </ac:spMkLst>
        </pc:spChg>
        <pc:spChg chg="add del">
          <ac:chgData name="מוראד עסאקלה" userId="dadc3539-881f-463a-a6d8-7d95d4cac27e" providerId="ADAL" clId="{1EEAC86B-9D86-48CF-8A0A-F9000FB36D6C}" dt="2025-02-03T23:18:45.676" v="1494" actId="26606"/>
          <ac:spMkLst>
            <pc:docMk/>
            <pc:sldMk cId="3290653517" sldId="289"/>
            <ac:spMk id="44" creationId="{FB71362F-6305-42A2-8633-285CE3813B1A}"/>
          </ac:spMkLst>
        </pc:spChg>
        <pc:spChg chg="add del">
          <ac:chgData name="מוראד עסאקלה" userId="dadc3539-881f-463a-a6d8-7d95d4cac27e" providerId="ADAL" clId="{1EEAC86B-9D86-48CF-8A0A-F9000FB36D6C}" dt="2025-02-03T23:18:45.676" v="1494" actId="26606"/>
          <ac:spMkLst>
            <pc:docMk/>
            <pc:sldMk cId="3290653517" sldId="289"/>
            <ac:spMk id="45" creationId="{611F50C1-F708-485D-B1A9-65873AB21768}"/>
          </ac:spMkLst>
        </pc:spChg>
        <pc:spChg chg="add del">
          <ac:chgData name="מוראד עסאקלה" userId="dadc3539-881f-463a-a6d8-7d95d4cac27e" providerId="ADAL" clId="{1EEAC86B-9D86-48CF-8A0A-F9000FB36D6C}" dt="2025-02-03T23:18:45.676" v="1494" actId="26606"/>
          <ac:spMkLst>
            <pc:docMk/>
            <pc:sldMk cId="3290653517" sldId="289"/>
            <ac:spMk id="47" creationId="{7DDF717E-1596-4763-8083-7EDE48E716EE}"/>
          </ac:spMkLst>
        </pc:spChg>
        <pc:picChg chg="add del mod ord">
          <ac:chgData name="מוראד עסאקלה" userId="dadc3539-881f-463a-a6d8-7d95d4cac27e" providerId="ADAL" clId="{1EEAC86B-9D86-48CF-8A0A-F9000FB36D6C}" dt="2025-02-03T23:19:31.831" v="1517" actId="1076"/>
          <ac:picMkLst>
            <pc:docMk/>
            <pc:sldMk cId="3290653517" sldId="289"/>
            <ac:picMk id="4" creationId="{CA9F75EB-7330-59FA-20E9-01F6550BE92D}"/>
          </ac:picMkLst>
        </pc:picChg>
        <pc:picChg chg="add del mod">
          <ac:chgData name="מוראד עסאקלה" userId="dadc3539-881f-463a-a6d8-7d95d4cac27e" providerId="ADAL" clId="{1EEAC86B-9D86-48CF-8A0A-F9000FB36D6C}" dt="2025-02-03T23:18:53.764" v="1500" actId="22"/>
          <ac:picMkLst>
            <pc:docMk/>
            <pc:sldMk cId="3290653517" sldId="289"/>
            <ac:picMk id="6" creationId="{01E488B0-8C12-ECA9-5ADD-CA214B9179F6}"/>
          </ac:picMkLst>
        </pc:picChg>
        <pc:picChg chg="add mod">
          <ac:chgData name="מוראד עסאקלה" userId="dadc3539-881f-463a-a6d8-7d95d4cac27e" providerId="ADAL" clId="{1EEAC86B-9D86-48CF-8A0A-F9000FB36D6C}" dt="2025-02-03T23:19:35.291" v="1518" actId="14100"/>
          <ac:picMkLst>
            <pc:docMk/>
            <pc:sldMk cId="3290653517" sldId="289"/>
            <ac:picMk id="8" creationId="{C1444134-1257-035D-5016-F90B26394959}"/>
          </ac:picMkLst>
        </pc:picChg>
        <pc:picChg chg="add del">
          <ac:chgData name="מוראד עסאקלה" userId="dadc3539-881f-463a-a6d8-7d95d4cac27e" providerId="ADAL" clId="{1EEAC86B-9D86-48CF-8A0A-F9000FB36D6C}" dt="2025-02-03T23:19:17.677" v="1511" actId="478"/>
          <ac:picMkLst>
            <pc:docMk/>
            <pc:sldMk cId="3290653517" sldId="289"/>
            <ac:picMk id="23" creationId="{A910FAAA-957A-C084-6CD6-6D2B70FB0EC1}"/>
          </ac:picMkLst>
        </pc:picChg>
        <pc:cxnChg chg="add del">
          <ac:chgData name="מוראד עסאקלה" userId="dadc3539-881f-463a-a6d8-7d95d4cac27e" providerId="ADAL" clId="{1EEAC86B-9D86-48CF-8A0A-F9000FB36D6C}" dt="2025-02-03T23:18:35.567" v="1486" actId="26606"/>
          <ac:cxnSpMkLst>
            <pc:docMk/>
            <pc:sldMk cId="3290653517" sldId="289"/>
            <ac:cxnSpMk id="15" creationId="{D45BCBED-A6B8-49F8-966E-3424F39CB890}"/>
          </ac:cxnSpMkLst>
        </pc:cxnChg>
        <pc:cxnChg chg="add del">
          <ac:chgData name="מוראד עסאקלה" userId="dadc3539-881f-463a-a6d8-7d95d4cac27e" providerId="ADAL" clId="{1EEAC86B-9D86-48CF-8A0A-F9000FB36D6C}" dt="2025-02-03T23:18:35.567" v="1486" actId="26606"/>
          <ac:cxnSpMkLst>
            <pc:docMk/>
            <pc:sldMk cId="3290653517" sldId="289"/>
            <ac:cxnSpMk id="21" creationId="{3078F46A-9CB7-480B-9BE9-1E7F546FD535}"/>
          </ac:cxnSpMkLst>
        </pc:cxnChg>
        <pc:cxnChg chg="add del">
          <ac:chgData name="מוראד עסאקלה" userId="dadc3539-881f-463a-a6d8-7d95d4cac27e" providerId="ADAL" clId="{1EEAC86B-9D86-48CF-8A0A-F9000FB36D6C}" dt="2025-02-03T23:18:35.967" v="1488" actId="26606"/>
          <ac:cxnSpMkLst>
            <pc:docMk/>
            <pc:sldMk cId="3290653517" sldId="289"/>
            <ac:cxnSpMk id="28" creationId="{BAF7F52A-561E-4CE4-A251-1565CF80F23D}"/>
          </ac:cxnSpMkLst>
        </pc:cxnChg>
        <pc:cxnChg chg="add del">
          <ac:chgData name="מוראד עסאקלה" userId="dadc3539-881f-463a-a6d8-7d95d4cac27e" providerId="ADAL" clId="{1EEAC86B-9D86-48CF-8A0A-F9000FB36D6C}" dt="2025-02-03T23:18:35.967" v="1488" actId="26606"/>
          <ac:cxnSpMkLst>
            <pc:docMk/>
            <pc:sldMk cId="3290653517" sldId="289"/>
            <ac:cxnSpMk id="31" creationId="{45D924A8-0CBC-4398-8B74-63D26D33B8DF}"/>
          </ac:cxnSpMkLst>
        </pc:cxnChg>
        <pc:cxnChg chg="add del">
          <ac:chgData name="מוראד עסאקלה" userId="dadc3539-881f-463a-a6d8-7d95d4cac27e" providerId="ADAL" clId="{1EEAC86B-9D86-48CF-8A0A-F9000FB36D6C}" dt="2025-02-03T23:18:38.531" v="1490" actId="26606"/>
          <ac:cxnSpMkLst>
            <pc:docMk/>
            <pc:sldMk cId="3290653517" sldId="289"/>
            <ac:cxnSpMk id="36" creationId="{D45BCBED-A6B8-49F8-966E-3424F39CB890}"/>
          </ac:cxnSpMkLst>
        </pc:cxnChg>
        <pc:cxnChg chg="add del">
          <ac:chgData name="מוראד עסאקלה" userId="dadc3539-881f-463a-a6d8-7d95d4cac27e" providerId="ADAL" clId="{1EEAC86B-9D86-48CF-8A0A-F9000FB36D6C}" dt="2025-02-03T23:18:38.531" v="1490" actId="26606"/>
          <ac:cxnSpMkLst>
            <pc:docMk/>
            <pc:sldMk cId="3290653517" sldId="289"/>
            <ac:cxnSpMk id="39" creationId="{8BB22A5E-8921-4739-9858-912FEFFBCD5D}"/>
          </ac:cxnSpMkLst>
        </pc:cxnChg>
        <pc:cxnChg chg="add del">
          <ac:chgData name="מוראד עסאקלה" userId="dadc3539-881f-463a-a6d8-7d95d4cac27e" providerId="ADAL" clId="{1EEAC86B-9D86-48CF-8A0A-F9000FB36D6C}" dt="2025-02-03T23:18:45.676" v="1494" actId="26606"/>
          <ac:cxnSpMkLst>
            <pc:docMk/>
            <pc:sldMk cId="3290653517" sldId="289"/>
            <ac:cxnSpMk id="46" creationId="{BAF7F52A-561E-4CE4-A251-1565CF80F23D}"/>
          </ac:cxnSpMkLst>
        </pc:cxnChg>
        <pc:cxnChg chg="add del">
          <ac:chgData name="מוראד עסאקלה" userId="dadc3539-881f-463a-a6d8-7d95d4cac27e" providerId="ADAL" clId="{1EEAC86B-9D86-48CF-8A0A-F9000FB36D6C}" dt="2025-02-03T23:18:45.676" v="1494" actId="26606"/>
          <ac:cxnSpMkLst>
            <pc:docMk/>
            <pc:sldMk cId="3290653517" sldId="289"/>
            <ac:cxnSpMk id="48" creationId="{E516E5FD-1641-417A-B344-1BB57281DCFF}"/>
          </ac:cxnSpMkLst>
        </pc:cxnChg>
      </pc:sldChg>
      <pc:sldChg chg="del">
        <pc:chgData name="מוראד עסאקלה" userId="dadc3539-881f-463a-a6d8-7d95d4cac27e" providerId="ADAL" clId="{1EEAC86B-9D86-48CF-8A0A-F9000FB36D6C}" dt="2025-02-03T22:37:09.562" v="1447" actId="47"/>
        <pc:sldMkLst>
          <pc:docMk/>
          <pc:sldMk cId="2001763566" sldId="290"/>
        </pc:sldMkLst>
      </pc:sldChg>
      <pc:sldChg chg="modSp mod">
        <pc:chgData name="מוראד עסאקלה" userId="dadc3539-881f-463a-a6d8-7d95d4cac27e" providerId="ADAL" clId="{1EEAC86B-9D86-48CF-8A0A-F9000FB36D6C}" dt="2025-02-03T23:38:34.232" v="1573" actId="20577"/>
        <pc:sldMkLst>
          <pc:docMk/>
          <pc:sldMk cId="2584321279" sldId="291"/>
        </pc:sldMkLst>
        <pc:spChg chg="mod">
          <ac:chgData name="מוראד עסאקלה" userId="dadc3539-881f-463a-a6d8-7d95d4cac27e" providerId="ADAL" clId="{1EEAC86B-9D86-48CF-8A0A-F9000FB36D6C}" dt="2025-02-03T23:38:34.232" v="1573" actId="20577"/>
          <ac:spMkLst>
            <pc:docMk/>
            <pc:sldMk cId="2584321279" sldId="291"/>
            <ac:spMk id="4" creationId="{4F74483B-351F-B525-8D81-FA1E7ECC778C}"/>
          </ac:spMkLst>
        </pc:spChg>
      </pc:sldChg>
      <pc:sldChg chg="add del">
        <pc:chgData name="מוראד עסאקלה" userId="dadc3539-881f-463a-a6d8-7d95d4cac27e" providerId="ADAL" clId="{1EEAC86B-9D86-48CF-8A0A-F9000FB36D6C}" dt="2025-02-03T22:25:05.212" v="1395"/>
        <pc:sldMkLst>
          <pc:docMk/>
          <pc:sldMk cId="1381262861" sldId="292"/>
        </pc:sldMkLst>
      </pc:sldChg>
      <pc:sldChg chg="addSp delSp modSp new mod ord setBg">
        <pc:chgData name="מוראד עסאקלה" userId="dadc3539-881f-463a-a6d8-7d95d4cac27e" providerId="ADAL" clId="{1EEAC86B-9D86-48CF-8A0A-F9000FB36D6C}" dt="2025-02-03T23:34:06.313" v="1567" actId="14100"/>
        <pc:sldMkLst>
          <pc:docMk/>
          <pc:sldMk cId="3561133195" sldId="292"/>
        </pc:sldMkLst>
        <pc:spChg chg="mod">
          <ac:chgData name="מוראד עסאקלה" userId="dadc3539-881f-463a-a6d8-7d95d4cac27e" providerId="ADAL" clId="{1EEAC86B-9D86-48CF-8A0A-F9000FB36D6C}" dt="2025-02-03T23:20:51.849" v="1542" actId="14100"/>
          <ac:spMkLst>
            <pc:docMk/>
            <pc:sldMk cId="3561133195" sldId="292"/>
            <ac:spMk id="2" creationId="{813D58C0-B498-0D63-BD13-92AB2D8F8787}"/>
          </ac:spMkLst>
        </pc:spChg>
        <pc:spChg chg="del">
          <ac:chgData name="מוראד עסאקלה" userId="dadc3539-881f-463a-a6d8-7d95d4cac27e" providerId="ADAL" clId="{1EEAC86B-9D86-48CF-8A0A-F9000FB36D6C}" dt="2025-02-03T23:20:21.427" v="1531"/>
          <ac:spMkLst>
            <pc:docMk/>
            <pc:sldMk cId="3561133195" sldId="292"/>
            <ac:spMk id="3" creationId="{FBBDC042-32DE-AED7-AE22-78CABA7E7B1D}"/>
          </ac:spMkLst>
        </pc:spChg>
        <pc:spChg chg="mod ord">
          <ac:chgData name="מוראד עסאקלה" userId="dadc3539-881f-463a-a6d8-7d95d4cac27e" providerId="ADAL" clId="{1EEAC86B-9D86-48CF-8A0A-F9000FB36D6C}" dt="2025-02-03T23:20:46.752" v="1540" actId="26606"/>
          <ac:spMkLst>
            <pc:docMk/>
            <pc:sldMk cId="3561133195" sldId="292"/>
            <ac:spMk id="4" creationId="{25CC76E1-F215-0810-FCB7-447773A87201}"/>
          </ac:spMkLst>
        </pc:spChg>
        <pc:spChg chg="add mod">
          <ac:chgData name="מוראד עסאקלה" userId="dadc3539-881f-463a-a6d8-7d95d4cac27e" providerId="ADAL" clId="{1EEAC86B-9D86-48CF-8A0A-F9000FB36D6C}" dt="2025-02-03T23:34:06.313" v="1567" actId="14100"/>
          <ac:spMkLst>
            <pc:docMk/>
            <pc:sldMk cId="3561133195" sldId="292"/>
            <ac:spMk id="7" creationId="{B6FF2F8C-669A-9730-5E2B-9B6D5CAAAA00}"/>
          </ac:spMkLst>
        </pc:spChg>
        <pc:spChg chg="add del">
          <ac:chgData name="מוראד עסאקלה" userId="dadc3539-881f-463a-a6d8-7d95d4cac27e" providerId="ADAL" clId="{1EEAC86B-9D86-48CF-8A0A-F9000FB36D6C}" dt="2025-02-03T23:20:46.752" v="1540" actId="26606"/>
          <ac:spMkLst>
            <pc:docMk/>
            <pc:sldMk cId="3561133195" sldId="292"/>
            <ac:spMk id="11" creationId="{FB71362F-6305-42A2-8633-285CE3813B1A}"/>
          </ac:spMkLst>
        </pc:spChg>
        <pc:spChg chg="add del">
          <ac:chgData name="מוראד עסאקלה" userId="dadc3539-881f-463a-a6d8-7d95d4cac27e" providerId="ADAL" clId="{1EEAC86B-9D86-48CF-8A0A-F9000FB36D6C}" dt="2025-02-03T23:20:46.752" v="1540" actId="26606"/>
          <ac:spMkLst>
            <pc:docMk/>
            <pc:sldMk cId="3561133195" sldId="292"/>
            <ac:spMk id="13" creationId="{611F50C1-F708-485D-B1A9-65873AB21768}"/>
          </ac:spMkLst>
        </pc:spChg>
        <pc:spChg chg="add del">
          <ac:chgData name="מוראד עסאקלה" userId="dadc3539-881f-463a-a6d8-7d95d4cac27e" providerId="ADAL" clId="{1EEAC86B-9D86-48CF-8A0A-F9000FB36D6C}" dt="2025-02-03T23:20:46.752" v="1540" actId="26606"/>
          <ac:spMkLst>
            <pc:docMk/>
            <pc:sldMk cId="3561133195" sldId="292"/>
            <ac:spMk id="17" creationId="{7DDF717E-1596-4763-8083-7EDE48E716EE}"/>
          </ac:spMkLst>
        </pc:spChg>
        <pc:picChg chg="add mod">
          <ac:chgData name="מוראד עסאקלה" userId="dadc3539-881f-463a-a6d8-7d95d4cac27e" providerId="ADAL" clId="{1EEAC86B-9D86-48CF-8A0A-F9000FB36D6C}" dt="2025-02-03T23:21:26.279" v="1548" actId="1076"/>
          <ac:picMkLst>
            <pc:docMk/>
            <pc:sldMk cId="3561133195" sldId="292"/>
            <ac:picMk id="5" creationId="{FC8D78C3-9671-6A85-BA23-633EA1D57A44}"/>
          </ac:picMkLst>
        </pc:picChg>
        <pc:picChg chg="add mod">
          <ac:chgData name="מוראד עסאקלה" userId="dadc3539-881f-463a-a6d8-7d95d4cac27e" providerId="ADAL" clId="{1EEAC86B-9D86-48CF-8A0A-F9000FB36D6C}" dt="2025-02-03T23:21:22.969" v="1547" actId="1076"/>
          <ac:picMkLst>
            <pc:docMk/>
            <pc:sldMk cId="3561133195" sldId="292"/>
            <ac:picMk id="6" creationId="{360B8496-4AB2-254B-215E-650AB2F72FD4}"/>
          </ac:picMkLst>
        </pc:picChg>
        <pc:cxnChg chg="add del">
          <ac:chgData name="מוראד עסאקלה" userId="dadc3539-881f-463a-a6d8-7d95d4cac27e" providerId="ADAL" clId="{1EEAC86B-9D86-48CF-8A0A-F9000FB36D6C}" dt="2025-02-03T23:20:46.752" v="1540" actId="26606"/>
          <ac:cxnSpMkLst>
            <pc:docMk/>
            <pc:sldMk cId="3561133195" sldId="292"/>
            <ac:cxnSpMk id="15" creationId="{BAF7F52A-561E-4CE4-A251-1565CF80F23D}"/>
          </ac:cxnSpMkLst>
        </pc:cxnChg>
        <pc:cxnChg chg="add del">
          <ac:chgData name="מוראד עסאקלה" userId="dadc3539-881f-463a-a6d8-7d95d4cac27e" providerId="ADAL" clId="{1EEAC86B-9D86-48CF-8A0A-F9000FB36D6C}" dt="2025-02-03T23:20:46.752" v="1540" actId="26606"/>
          <ac:cxnSpMkLst>
            <pc:docMk/>
            <pc:sldMk cId="3561133195" sldId="292"/>
            <ac:cxnSpMk id="19" creationId="{E516E5FD-1641-417A-B344-1BB57281DCFF}"/>
          </ac:cxnSpMkLst>
        </pc:cxnChg>
      </pc:sldChg>
      <pc:sldChg chg="add del">
        <pc:chgData name="מוראד עסאקלה" userId="dadc3539-881f-463a-a6d8-7d95d4cac27e" providerId="ADAL" clId="{1EEAC86B-9D86-48CF-8A0A-F9000FB36D6C}" dt="2025-02-03T22:24:56.174" v="1393"/>
        <pc:sldMkLst>
          <pc:docMk/>
          <pc:sldMk cId="4266102293" sldId="292"/>
        </pc:sldMkLst>
      </pc:sldChg>
      <pc:sldChg chg="add del">
        <pc:chgData name="מוראד עסאקלה" userId="dadc3539-881f-463a-a6d8-7d95d4cac27e" providerId="ADAL" clId="{1EEAC86B-9D86-48CF-8A0A-F9000FB36D6C}" dt="2025-02-03T22:24:56.174" v="1393"/>
        <pc:sldMkLst>
          <pc:docMk/>
          <pc:sldMk cId="3368143611" sldId="293"/>
        </pc:sldMkLst>
      </pc:sldChg>
      <pc:sldChg chg="add del">
        <pc:chgData name="מוראד עסאקלה" userId="dadc3539-881f-463a-a6d8-7d95d4cac27e" providerId="ADAL" clId="{1EEAC86B-9D86-48CF-8A0A-F9000FB36D6C}" dt="2025-02-03T22:25:05.212" v="1395"/>
        <pc:sldMkLst>
          <pc:docMk/>
          <pc:sldMk cId="3862096861" sldId="293"/>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3.svg"/></Relationships>
</file>

<file path=ppt/diagrams/_rels/data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3.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0B6AE2-50B6-421D-8F5F-C7044D85D44F}"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BA9DCC72-BFAD-40B2-ADC8-3F9CB63AF882}">
      <dgm:prSet/>
      <dgm:spPr/>
      <dgm:t>
        <a:bodyPr/>
        <a:lstStyle/>
        <a:p>
          <a:pPr>
            <a:lnSpc>
              <a:spcPct val="100000"/>
            </a:lnSpc>
          </a:pPr>
          <a:r>
            <a:rPr lang="en-US"/>
            <a:t>VisoSpeak is a deep learning tool that helps with lip reading using only visuals.</a:t>
          </a:r>
        </a:p>
      </dgm:t>
    </dgm:pt>
    <dgm:pt modelId="{1B62E0E9-EAAF-4615-897D-E9F52506AC7A}" type="parTrans" cxnId="{F3485091-5607-459B-AA72-853E8FE95478}">
      <dgm:prSet/>
      <dgm:spPr/>
      <dgm:t>
        <a:bodyPr/>
        <a:lstStyle/>
        <a:p>
          <a:endParaRPr lang="en-US"/>
        </a:p>
      </dgm:t>
    </dgm:pt>
    <dgm:pt modelId="{3FF8AD96-BF14-4B7D-98C8-21D720346A65}" type="sibTrans" cxnId="{F3485091-5607-459B-AA72-853E8FE95478}">
      <dgm:prSet/>
      <dgm:spPr/>
      <dgm:t>
        <a:bodyPr/>
        <a:lstStyle/>
        <a:p>
          <a:pPr>
            <a:lnSpc>
              <a:spcPct val="100000"/>
            </a:lnSpc>
          </a:pPr>
          <a:endParaRPr lang="en-US"/>
        </a:p>
      </dgm:t>
    </dgm:pt>
    <dgm:pt modelId="{5EA3E9B1-9D1F-4219-9D2A-04D634101352}">
      <dgm:prSet/>
      <dgm:spPr/>
      <dgm:t>
        <a:bodyPr/>
        <a:lstStyle/>
        <a:p>
          <a:pPr>
            <a:lnSpc>
              <a:spcPct val="100000"/>
            </a:lnSpc>
          </a:pPr>
          <a:r>
            <a:rPr lang="en-US"/>
            <a:t>Regular speech recognition doesn't work well in noisy places or when there's no sound. </a:t>
          </a:r>
        </a:p>
      </dgm:t>
    </dgm:pt>
    <dgm:pt modelId="{9B66F513-C05E-4355-9338-54D978AAAC0C}" type="parTrans" cxnId="{29EDAC6F-9D86-4152-A9A1-C53447EBA98C}">
      <dgm:prSet/>
      <dgm:spPr/>
      <dgm:t>
        <a:bodyPr/>
        <a:lstStyle/>
        <a:p>
          <a:endParaRPr lang="en-US"/>
        </a:p>
      </dgm:t>
    </dgm:pt>
    <dgm:pt modelId="{AE626324-A1E4-4109-ADAD-9BA692C1E90C}" type="sibTrans" cxnId="{29EDAC6F-9D86-4152-A9A1-C53447EBA98C}">
      <dgm:prSet/>
      <dgm:spPr/>
      <dgm:t>
        <a:bodyPr/>
        <a:lstStyle/>
        <a:p>
          <a:pPr>
            <a:lnSpc>
              <a:spcPct val="100000"/>
            </a:lnSpc>
          </a:pPr>
          <a:endParaRPr lang="en-US"/>
        </a:p>
      </dgm:t>
    </dgm:pt>
    <dgm:pt modelId="{DFFF5CC8-AE89-447F-84BD-72CA848545A2}">
      <dgm:prSet/>
      <dgm:spPr/>
      <dgm:t>
        <a:bodyPr/>
        <a:lstStyle/>
        <a:p>
          <a:pPr>
            <a:lnSpc>
              <a:spcPct val="100000"/>
            </a:lnSpc>
          </a:pPr>
          <a:r>
            <a:rPr lang="en-US"/>
            <a:t>many models are tied to specific languages.</a:t>
          </a:r>
        </a:p>
      </dgm:t>
    </dgm:pt>
    <dgm:pt modelId="{2BBDA74D-BEF1-4F31-9E5A-556FC494941B}" type="parTrans" cxnId="{32E1BD3D-5109-48D0-A2AC-7260DC18D616}">
      <dgm:prSet/>
      <dgm:spPr/>
      <dgm:t>
        <a:bodyPr/>
        <a:lstStyle/>
        <a:p>
          <a:endParaRPr lang="en-US"/>
        </a:p>
      </dgm:t>
    </dgm:pt>
    <dgm:pt modelId="{5FDF9077-AD27-418E-829E-02337457532E}" type="sibTrans" cxnId="{32E1BD3D-5109-48D0-A2AC-7260DC18D616}">
      <dgm:prSet/>
      <dgm:spPr/>
      <dgm:t>
        <a:bodyPr/>
        <a:lstStyle/>
        <a:p>
          <a:pPr>
            <a:lnSpc>
              <a:spcPct val="100000"/>
            </a:lnSpc>
          </a:pPr>
          <a:endParaRPr lang="en-US"/>
        </a:p>
      </dgm:t>
    </dgm:pt>
    <dgm:pt modelId="{8B66C7A3-2127-4D18-B97B-E56D647A4737}">
      <dgm:prSet/>
      <dgm:spPr/>
      <dgm:t>
        <a:bodyPr/>
        <a:lstStyle/>
        <a:p>
          <a:pPr>
            <a:lnSpc>
              <a:spcPct val="100000"/>
            </a:lnSpc>
          </a:pPr>
          <a:r>
            <a:rPr lang="en-US"/>
            <a:t>VisoSpeak fixes these issues by focusing only on lip movements, making it more private and accessible.</a:t>
          </a:r>
        </a:p>
      </dgm:t>
    </dgm:pt>
    <dgm:pt modelId="{45BA4A01-BB76-4D0C-9199-3D8976168C7C}" type="parTrans" cxnId="{CB98F2DA-7081-4161-A25E-41C0A5BC1FEF}">
      <dgm:prSet/>
      <dgm:spPr/>
      <dgm:t>
        <a:bodyPr/>
        <a:lstStyle/>
        <a:p>
          <a:endParaRPr lang="en-US"/>
        </a:p>
      </dgm:t>
    </dgm:pt>
    <dgm:pt modelId="{4DA8F297-DAA2-42C9-8C4D-E14F5287DD78}" type="sibTrans" cxnId="{CB98F2DA-7081-4161-A25E-41C0A5BC1FEF}">
      <dgm:prSet/>
      <dgm:spPr/>
      <dgm:t>
        <a:bodyPr/>
        <a:lstStyle/>
        <a:p>
          <a:endParaRPr lang="en-US"/>
        </a:p>
      </dgm:t>
    </dgm:pt>
    <dgm:pt modelId="{2BB6BED1-B6EA-468D-B7B4-983B80322541}" type="pres">
      <dgm:prSet presAssocID="{670B6AE2-50B6-421D-8F5F-C7044D85D44F}" presName="root" presStyleCnt="0">
        <dgm:presLayoutVars>
          <dgm:dir/>
          <dgm:resizeHandles val="exact"/>
        </dgm:presLayoutVars>
      </dgm:prSet>
      <dgm:spPr/>
    </dgm:pt>
    <dgm:pt modelId="{53FB8F66-CB7A-4CED-9314-73D79E67A846}" type="pres">
      <dgm:prSet presAssocID="{670B6AE2-50B6-421D-8F5F-C7044D85D44F}" presName="container" presStyleCnt="0">
        <dgm:presLayoutVars>
          <dgm:dir/>
          <dgm:resizeHandles val="exact"/>
        </dgm:presLayoutVars>
      </dgm:prSet>
      <dgm:spPr/>
    </dgm:pt>
    <dgm:pt modelId="{5ACF71F4-3853-4E25-AAD7-F71FCAFD06EE}" type="pres">
      <dgm:prSet presAssocID="{BA9DCC72-BFAD-40B2-ADC8-3F9CB63AF882}" presName="compNode" presStyleCnt="0"/>
      <dgm:spPr/>
    </dgm:pt>
    <dgm:pt modelId="{BBE93B59-1E19-4A2E-B8C3-CDA2171BCC38}" type="pres">
      <dgm:prSet presAssocID="{BA9DCC72-BFAD-40B2-ADC8-3F9CB63AF882}" presName="iconBgRect" presStyleLbl="bgShp" presStyleIdx="0" presStyleCnt="4"/>
      <dgm:spPr/>
    </dgm:pt>
    <dgm:pt modelId="{A34CD5CB-EDDB-449D-9A6F-C853F05952CB}" type="pres">
      <dgm:prSet presAssocID="{BA9DCC72-BFAD-40B2-ADC8-3F9CB63AF88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ooks"/>
        </a:ext>
      </dgm:extLst>
    </dgm:pt>
    <dgm:pt modelId="{9EE90349-1002-436D-BDCD-7501CC16CBC8}" type="pres">
      <dgm:prSet presAssocID="{BA9DCC72-BFAD-40B2-ADC8-3F9CB63AF882}" presName="spaceRect" presStyleCnt="0"/>
      <dgm:spPr/>
    </dgm:pt>
    <dgm:pt modelId="{D8FCFACD-994E-479D-8F0D-D85DBF636AB0}" type="pres">
      <dgm:prSet presAssocID="{BA9DCC72-BFAD-40B2-ADC8-3F9CB63AF882}" presName="textRect" presStyleLbl="revTx" presStyleIdx="0" presStyleCnt="4">
        <dgm:presLayoutVars>
          <dgm:chMax val="1"/>
          <dgm:chPref val="1"/>
        </dgm:presLayoutVars>
      </dgm:prSet>
      <dgm:spPr/>
    </dgm:pt>
    <dgm:pt modelId="{D91A85CE-3571-4F78-9A92-59394B22B221}" type="pres">
      <dgm:prSet presAssocID="{3FF8AD96-BF14-4B7D-98C8-21D720346A65}" presName="sibTrans" presStyleLbl="sibTrans2D1" presStyleIdx="0" presStyleCnt="0"/>
      <dgm:spPr/>
    </dgm:pt>
    <dgm:pt modelId="{F71873BF-FCF8-43CD-8CFB-693634EF3304}" type="pres">
      <dgm:prSet presAssocID="{5EA3E9B1-9D1F-4219-9D2A-04D634101352}" presName="compNode" presStyleCnt="0"/>
      <dgm:spPr/>
    </dgm:pt>
    <dgm:pt modelId="{96776F93-7154-4582-8A01-224C6E90C3D2}" type="pres">
      <dgm:prSet presAssocID="{5EA3E9B1-9D1F-4219-9D2A-04D634101352}" presName="iconBgRect" presStyleLbl="bgShp" presStyleIdx="1" presStyleCnt="4"/>
      <dgm:spPr/>
    </dgm:pt>
    <dgm:pt modelId="{6D728BF4-647D-457A-8608-CF60F50CE20F}" type="pres">
      <dgm:prSet presAssocID="{5EA3E9B1-9D1F-4219-9D2A-04D63410135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eaf"/>
        </a:ext>
      </dgm:extLst>
    </dgm:pt>
    <dgm:pt modelId="{066B38A7-5867-4E7E-AB84-520659C2F307}" type="pres">
      <dgm:prSet presAssocID="{5EA3E9B1-9D1F-4219-9D2A-04D634101352}" presName="spaceRect" presStyleCnt="0"/>
      <dgm:spPr/>
    </dgm:pt>
    <dgm:pt modelId="{100B7614-EC9E-4902-BEFC-666BE1217BFD}" type="pres">
      <dgm:prSet presAssocID="{5EA3E9B1-9D1F-4219-9D2A-04D634101352}" presName="textRect" presStyleLbl="revTx" presStyleIdx="1" presStyleCnt="4">
        <dgm:presLayoutVars>
          <dgm:chMax val="1"/>
          <dgm:chPref val="1"/>
        </dgm:presLayoutVars>
      </dgm:prSet>
      <dgm:spPr/>
    </dgm:pt>
    <dgm:pt modelId="{8DF726AC-7DDB-48FB-8C11-479C5943FC77}" type="pres">
      <dgm:prSet presAssocID="{AE626324-A1E4-4109-ADAD-9BA692C1E90C}" presName="sibTrans" presStyleLbl="sibTrans2D1" presStyleIdx="0" presStyleCnt="0"/>
      <dgm:spPr/>
    </dgm:pt>
    <dgm:pt modelId="{8A0F3247-52DC-4349-98B7-E6E90AED131F}" type="pres">
      <dgm:prSet presAssocID="{DFFF5CC8-AE89-447F-84BD-72CA848545A2}" presName="compNode" presStyleCnt="0"/>
      <dgm:spPr/>
    </dgm:pt>
    <dgm:pt modelId="{61D457D7-A4D1-49CA-9C07-36BB8C87D946}" type="pres">
      <dgm:prSet presAssocID="{DFFF5CC8-AE89-447F-84BD-72CA848545A2}" presName="iconBgRect" presStyleLbl="bgShp" presStyleIdx="2" presStyleCnt="4"/>
      <dgm:spPr/>
    </dgm:pt>
    <dgm:pt modelId="{71F4951D-DF37-4160-9E95-8B8D1D5BDE6E}" type="pres">
      <dgm:prSet presAssocID="{DFFF5CC8-AE89-447F-84BD-72CA848545A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eb Design"/>
        </a:ext>
      </dgm:extLst>
    </dgm:pt>
    <dgm:pt modelId="{3F1D3132-0A39-4F93-BB48-8A3BE050995F}" type="pres">
      <dgm:prSet presAssocID="{DFFF5CC8-AE89-447F-84BD-72CA848545A2}" presName="spaceRect" presStyleCnt="0"/>
      <dgm:spPr/>
    </dgm:pt>
    <dgm:pt modelId="{F1A01391-41C5-43E0-A705-93EE4EB63ACB}" type="pres">
      <dgm:prSet presAssocID="{DFFF5CC8-AE89-447F-84BD-72CA848545A2}" presName="textRect" presStyleLbl="revTx" presStyleIdx="2" presStyleCnt="4">
        <dgm:presLayoutVars>
          <dgm:chMax val="1"/>
          <dgm:chPref val="1"/>
        </dgm:presLayoutVars>
      </dgm:prSet>
      <dgm:spPr/>
    </dgm:pt>
    <dgm:pt modelId="{32FD6C8E-B9B0-4103-ADC3-A1759F893BA9}" type="pres">
      <dgm:prSet presAssocID="{5FDF9077-AD27-418E-829E-02337457532E}" presName="sibTrans" presStyleLbl="sibTrans2D1" presStyleIdx="0" presStyleCnt="0"/>
      <dgm:spPr/>
    </dgm:pt>
    <dgm:pt modelId="{EEB7DB15-B187-4653-A682-87983A018D77}" type="pres">
      <dgm:prSet presAssocID="{8B66C7A3-2127-4D18-B97B-E56D647A4737}" presName="compNode" presStyleCnt="0"/>
      <dgm:spPr/>
    </dgm:pt>
    <dgm:pt modelId="{C0970E24-C867-4964-8A47-8880D4D3858B}" type="pres">
      <dgm:prSet presAssocID="{8B66C7A3-2127-4D18-B97B-E56D647A4737}" presName="iconBgRect" presStyleLbl="bgShp" presStyleIdx="3" presStyleCnt="4"/>
      <dgm:spPr/>
    </dgm:pt>
    <dgm:pt modelId="{5B32F7E4-59E4-47B6-BE6B-0403BF1D3914}" type="pres">
      <dgm:prSet presAssocID="{8B66C7A3-2127-4D18-B97B-E56D647A473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uscle Arm"/>
        </a:ext>
      </dgm:extLst>
    </dgm:pt>
    <dgm:pt modelId="{47F5960F-14B7-4998-9939-A3C5A594F5F3}" type="pres">
      <dgm:prSet presAssocID="{8B66C7A3-2127-4D18-B97B-E56D647A4737}" presName="spaceRect" presStyleCnt="0"/>
      <dgm:spPr/>
    </dgm:pt>
    <dgm:pt modelId="{F1B8344C-934F-4144-B2F6-C0E84314BAE5}" type="pres">
      <dgm:prSet presAssocID="{8B66C7A3-2127-4D18-B97B-E56D647A4737}" presName="textRect" presStyleLbl="revTx" presStyleIdx="3" presStyleCnt="4">
        <dgm:presLayoutVars>
          <dgm:chMax val="1"/>
          <dgm:chPref val="1"/>
        </dgm:presLayoutVars>
      </dgm:prSet>
      <dgm:spPr/>
    </dgm:pt>
  </dgm:ptLst>
  <dgm:cxnLst>
    <dgm:cxn modelId="{9F036914-5287-4ABC-912A-F64D074D7D5E}" type="presOf" srcId="{670B6AE2-50B6-421D-8F5F-C7044D85D44F}" destId="{2BB6BED1-B6EA-468D-B7B4-983B80322541}" srcOrd="0" destOrd="0" presId="urn:microsoft.com/office/officeart/2018/2/layout/IconCircleList"/>
    <dgm:cxn modelId="{E4C90515-FA39-4E9A-A0DF-AD2CAEEC49EF}" type="presOf" srcId="{BA9DCC72-BFAD-40B2-ADC8-3F9CB63AF882}" destId="{D8FCFACD-994E-479D-8F0D-D85DBF636AB0}" srcOrd="0" destOrd="0" presId="urn:microsoft.com/office/officeart/2018/2/layout/IconCircleList"/>
    <dgm:cxn modelId="{6A84EA1D-8465-4497-9B83-CEBB08DB6A01}" type="presOf" srcId="{8B66C7A3-2127-4D18-B97B-E56D647A4737}" destId="{F1B8344C-934F-4144-B2F6-C0E84314BAE5}" srcOrd="0" destOrd="0" presId="urn:microsoft.com/office/officeart/2018/2/layout/IconCircleList"/>
    <dgm:cxn modelId="{32E1BD3D-5109-48D0-A2AC-7260DC18D616}" srcId="{670B6AE2-50B6-421D-8F5F-C7044D85D44F}" destId="{DFFF5CC8-AE89-447F-84BD-72CA848545A2}" srcOrd="2" destOrd="0" parTransId="{2BBDA74D-BEF1-4F31-9E5A-556FC494941B}" sibTransId="{5FDF9077-AD27-418E-829E-02337457532E}"/>
    <dgm:cxn modelId="{29EDAC6F-9D86-4152-A9A1-C53447EBA98C}" srcId="{670B6AE2-50B6-421D-8F5F-C7044D85D44F}" destId="{5EA3E9B1-9D1F-4219-9D2A-04D634101352}" srcOrd="1" destOrd="0" parTransId="{9B66F513-C05E-4355-9338-54D978AAAC0C}" sibTransId="{AE626324-A1E4-4109-ADAD-9BA692C1E90C}"/>
    <dgm:cxn modelId="{F3485091-5607-459B-AA72-853E8FE95478}" srcId="{670B6AE2-50B6-421D-8F5F-C7044D85D44F}" destId="{BA9DCC72-BFAD-40B2-ADC8-3F9CB63AF882}" srcOrd="0" destOrd="0" parTransId="{1B62E0E9-EAAF-4615-897D-E9F52506AC7A}" sibTransId="{3FF8AD96-BF14-4B7D-98C8-21D720346A65}"/>
    <dgm:cxn modelId="{63F651B8-E5B4-4F95-B5F2-3074301AE867}" type="presOf" srcId="{5EA3E9B1-9D1F-4219-9D2A-04D634101352}" destId="{100B7614-EC9E-4902-BEFC-666BE1217BFD}" srcOrd="0" destOrd="0" presId="urn:microsoft.com/office/officeart/2018/2/layout/IconCircleList"/>
    <dgm:cxn modelId="{649C8FC0-F5D9-457F-B318-34DD984A967A}" type="presOf" srcId="{AE626324-A1E4-4109-ADAD-9BA692C1E90C}" destId="{8DF726AC-7DDB-48FB-8C11-479C5943FC77}" srcOrd="0" destOrd="0" presId="urn:microsoft.com/office/officeart/2018/2/layout/IconCircleList"/>
    <dgm:cxn modelId="{CB98F2DA-7081-4161-A25E-41C0A5BC1FEF}" srcId="{670B6AE2-50B6-421D-8F5F-C7044D85D44F}" destId="{8B66C7A3-2127-4D18-B97B-E56D647A4737}" srcOrd="3" destOrd="0" parTransId="{45BA4A01-BB76-4D0C-9199-3D8976168C7C}" sibTransId="{4DA8F297-DAA2-42C9-8C4D-E14F5287DD78}"/>
    <dgm:cxn modelId="{CBE727F3-727C-477D-955A-9D95CA18952A}" type="presOf" srcId="{DFFF5CC8-AE89-447F-84BD-72CA848545A2}" destId="{F1A01391-41C5-43E0-A705-93EE4EB63ACB}" srcOrd="0" destOrd="0" presId="urn:microsoft.com/office/officeart/2018/2/layout/IconCircleList"/>
    <dgm:cxn modelId="{1F8DF1F3-DDB7-4326-A786-1F075019C931}" type="presOf" srcId="{3FF8AD96-BF14-4B7D-98C8-21D720346A65}" destId="{D91A85CE-3571-4F78-9A92-59394B22B221}" srcOrd="0" destOrd="0" presId="urn:microsoft.com/office/officeart/2018/2/layout/IconCircleList"/>
    <dgm:cxn modelId="{09D2DDFB-FA17-404A-9E48-9ECC2F4E62C2}" type="presOf" srcId="{5FDF9077-AD27-418E-829E-02337457532E}" destId="{32FD6C8E-B9B0-4103-ADC3-A1759F893BA9}" srcOrd="0" destOrd="0" presId="urn:microsoft.com/office/officeart/2018/2/layout/IconCircleList"/>
    <dgm:cxn modelId="{11BE9250-AF0C-40CB-BD48-1B1958731BCC}" type="presParOf" srcId="{2BB6BED1-B6EA-468D-B7B4-983B80322541}" destId="{53FB8F66-CB7A-4CED-9314-73D79E67A846}" srcOrd="0" destOrd="0" presId="urn:microsoft.com/office/officeart/2018/2/layout/IconCircleList"/>
    <dgm:cxn modelId="{1C4D4CB9-61DB-4C27-968D-39097A957016}" type="presParOf" srcId="{53FB8F66-CB7A-4CED-9314-73D79E67A846}" destId="{5ACF71F4-3853-4E25-AAD7-F71FCAFD06EE}" srcOrd="0" destOrd="0" presId="urn:microsoft.com/office/officeart/2018/2/layout/IconCircleList"/>
    <dgm:cxn modelId="{E9FDDEC8-5FDA-4ACA-8F47-4B7EDAF825C6}" type="presParOf" srcId="{5ACF71F4-3853-4E25-AAD7-F71FCAFD06EE}" destId="{BBE93B59-1E19-4A2E-B8C3-CDA2171BCC38}" srcOrd="0" destOrd="0" presId="urn:microsoft.com/office/officeart/2018/2/layout/IconCircleList"/>
    <dgm:cxn modelId="{E5CEF860-1925-40C6-AA57-0866F2613922}" type="presParOf" srcId="{5ACF71F4-3853-4E25-AAD7-F71FCAFD06EE}" destId="{A34CD5CB-EDDB-449D-9A6F-C853F05952CB}" srcOrd="1" destOrd="0" presId="urn:microsoft.com/office/officeart/2018/2/layout/IconCircleList"/>
    <dgm:cxn modelId="{9AFC3549-6635-4C96-B590-50F829D3495B}" type="presParOf" srcId="{5ACF71F4-3853-4E25-AAD7-F71FCAFD06EE}" destId="{9EE90349-1002-436D-BDCD-7501CC16CBC8}" srcOrd="2" destOrd="0" presId="urn:microsoft.com/office/officeart/2018/2/layout/IconCircleList"/>
    <dgm:cxn modelId="{5F4F9634-ACB5-4B96-996E-030ECA6BACE5}" type="presParOf" srcId="{5ACF71F4-3853-4E25-AAD7-F71FCAFD06EE}" destId="{D8FCFACD-994E-479D-8F0D-D85DBF636AB0}" srcOrd="3" destOrd="0" presId="urn:microsoft.com/office/officeart/2018/2/layout/IconCircleList"/>
    <dgm:cxn modelId="{D85DE01F-26C6-44F9-A85C-DF9C0083F44C}" type="presParOf" srcId="{53FB8F66-CB7A-4CED-9314-73D79E67A846}" destId="{D91A85CE-3571-4F78-9A92-59394B22B221}" srcOrd="1" destOrd="0" presId="urn:microsoft.com/office/officeart/2018/2/layout/IconCircleList"/>
    <dgm:cxn modelId="{759DE5F2-17E9-445A-A2CE-E9681418F782}" type="presParOf" srcId="{53FB8F66-CB7A-4CED-9314-73D79E67A846}" destId="{F71873BF-FCF8-43CD-8CFB-693634EF3304}" srcOrd="2" destOrd="0" presId="urn:microsoft.com/office/officeart/2018/2/layout/IconCircleList"/>
    <dgm:cxn modelId="{A4BBE59C-CE2C-4328-B056-533D80AA63C2}" type="presParOf" srcId="{F71873BF-FCF8-43CD-8CFB-693634EF3304}" destId="{96776F93-7154-4582-8A01-224C6E90C3D2}" srcOrd="0" destOrd="0" presId="urn:microsoft.com/office/officeart/2018/2/layout/IconCircleList"/>
    <dgm:cxn modelId="{C1409180-F1E8-4BD0-B8D4-63B254C6C4D5}" type="presParOf" srcId="{F71873BF-FCF8-43CD-8CFB-693634EF3304}" destId="{6D728BF4-647D-457A-8608-CF60F50CE20F}" srcOrd="1" destOrd="0" presId="urn:microsoft.com/office/officeart/2018/2/layout/IconCircleList"/>
    <dgm:cxn modelId="{457BA365-9193-45B0-A0D9-0B4E8A830E0B}" type="presParOf" srcId="{F71873BF-FCF8-43CD-8CFB-693634EF3304}" destId="{066B38A7-5867-4E7E-AB84-520659C2F307}" srcOrd="2" destOrd="0" presId="urn:microsoft.com/office/officeart/2018/2/layout/IconCircleList"/>
    <dgm:cxn modelId="{ED76C46D-25AB-40BF-9ACF-EE0B7A9311CA}" type="presParOf" srcId="{F71873BF-FCF8-43CD-8CFB-693634EF3304}" destId="{100B7614-EC9E-4902-BEFC-666BE1217BFD}" srcOrd="3" destOrd="0" presId="urn:microsoft.com/office/officeart/2018/2/layout/IconCircleList"/>
    <dgm:cxn modelId="{4E1FD5DB-BFF6-47B6-AF52-C65C498D6BD0}" type="presParOf" srcId="{53FB8F66-CB7A-4CED-9314-73D79E67A846}" destId="{8DF726AC-7DDB-48FB-8C11-479C5943FC77}" srcOrd="3" destOrd="0" presId="urn:microsoft.com/office/officeart/2018/2/layout/IconCircleList"/>
    <dgm:cxn modelId="{1A2422CD-D0B7-44D7-A7EA-567AD12A742E}" type="presParOf" srcId="{53FB8F66-CB7A-4CED-9314-73D79E67A846}" destId="{8A0F3247-52DC-4349-98B7-E6E90AED131F}" srcOrd="4" destOrd="0" presId="urn:microsoft.com/office/officeart/2018/2/layout/IconCircleList"/>
    <dgm:cxn modelId="{B2AB33A4-8535-4ED4-A9A6-865938FCAA36}" type="presParOf" srcId="{8A0F3247-52DC-4349-98B7-E6E90AED131F}" destId="{61D457D7-A4D1-49CA-9C07-36BB8C87D946}" srcOrd="0" destOrd="0" presId="urn:microsoft.com/office/officeart/2018/2/layout/IconCircleList"/>
    <dgm:cxn modelId="{73250EB9-8242-4284-A3AA-07755B9FA543}" type="presParOf" srcId="{8A0F3247-52DC-4349-98B7-E6E90AED131F}" destId="{71F4951D-DF37-4160-9E95-8B8D1D5BDE6E}" srcOrd="1" destOrd="0" presId="urn:microsoft.com/office/officeart/2018/2/layout/IconCircleList"/>
    <dgm:cxn modelId="{7DC10E2E-BA43-4AF9-923A-140398C0BBB1}" type="presParOf" srcId="{8A0F3247-52DC-4349-98B7-E6E90AED131F}" destId="{3F1D3132-0A39-4F93-BB48-8A3BE050995F}" srcOrd="2" destOrd="0" presId="urn:microsoft.com/office/officeart/2018/2/layout/IconCircleList"/>
    <dgm:cxn modelId="{E656B0A7-C879-48D1-AB0D-1706C85C73CD}" type="presParOf" srcId="{8A0F3247-52DC-4349-98B7-E6E90AED131F}" destId="{F1A01391-41C5-43E0-A705-93EE4EB63ACB}" srcOrd="3" destOrd="0" presId="urn:microsoft.com/office/officeart/2018/2/layout/IconCircleList"/>
    <dgm:cxn modelId="{A8DD6565-C765-4CB9-93AC-359DCFB28981}" type="presParOf" srcId="{53FB8F66-CB7A-4CED-9314-73D79E67A846}" destId="{32FD6C8E-B9B0-4103-ADC3-A1759F893BA9}" srcOrd="5" destOrd="0" presId="urn:microsoft.com/office/officeart/2018/2/layout/IconCircleList"/>
    <dgm:cxn modelId="{10EC7522-709A-499D-AF3E-9FFA7D9D38D0}" type="presParOf" srcId="{53FB8F66-CB7A-4CED-9314-73D79E67A846}" destId="{EEB7DB15-B187-4653-A682-87983A018D77}" srcOrd="6" destOrd="0" presId="urn:microsoft.com/office/officeart/2018/2/layout/IconCircleList"/>
    <dgm:cxn modelId="{CCA3E13B-54EE-495B-BCB1-409630F40081}" type="presParOf" srcId="{EEB7DB15-B187-4653-A682-87983A018D77}" destId="{C0970E24-C867-4964-8A47-8880D4D3858B}" srcOrd="0" destOrd="0" presId="urn:microsoft.com/office/officeart/2018/2/layout/IconCircleList"/>
    <dgm:cxn modelId="{6024337A-AAA3-425C-B18F-2BA3378D4ED8}" type="presParOf" srcId="{EEB7DB15-B187-4653-A682-87983A018D77}" destId="{5B32F7E4-59E4-47B6-BE6B-0403BF1D3914}" srcOrd="1" destOrd="0" presId="urn:microsoft.com/office/officeart/2018/2/layout/IconCircleList"/>
    <dgm:cxn modelId="{AC405F4B-F28E-420C-AD42-04F9B22A4F63}" type="presParOf" srcId="{EEB7DB15-B187-4653-A682-87983A018D77}" destId="{47F5960F-14B7-4998-9939-A3C5A594F5F3}" srcOrd="2" destOrd="0" presId="urn:microsoft.com/office/officeart/2018/2/layout/IconCircleList"/>
    <dgm:cxn modelId="{DBC57DF0-98FD-4D36-9A14-0CEC69450828}" type="presParOf" srcId="{EEB7DB15-B187-4653-A682-87983A018D77}" destId="{F1B8344C-934F-4144-B2F6-C0E84314BAE5}"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23233B-45D0-491B-B674-B66086A3193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58BF4B0-B9C6-4D06-ACDA-EF687CBC656C}">
      <dgm:prSet/>
      <dgm:spPr/>
      <dgm:t>
        <a:bodyPr/>
        <a:lstStyle/>
        <a:p>
          <a:pPr>
            <a:lnSpc>
              <a:spcPct val="100000"/>
            </a:lnSpc>
          </a:pPr>
          <a:r>
            <a:rPr lang="en-US"/>
            <a:t>LipNet (2016) - Works end-to-end but struggles with accuracy.</a:t>
          </a:r>
        </a:p>
      </dgm:t>
    </dgm:pt>
    <dgm:pt modelId="{4E162BC9-FDCB-44D8-AC0C-5A7273F78A95}" type="parTrans" cxnId="{C4881195-DF41-432A-976C-822E6131EA54}">
      <dgm:prSet/>
      <dgm:spPr/>
      <dgm:t>
        <a:bodyPr/>
        <a:lstStyle/>
        <a:p>
          <a:endParaRPr lang="en-US"/>
        </a:p>
      </dgm:t>
    </dgm:pt>
    <dgm:pt modelId="{932434DC-7BE4-4DB9-A410-CDB26AEC8B24}" type="sibTrans" cxnId="{C4881195-DF41-432A-976C-822E6131EA54}">
      <dgm:prSet/>
      <dgm:spPr/>
      <dgm:t>
        <a:bodyPr/>
        <a:lstStyle/>
        <a:p>
          <a:endParaRPr lang="en-US"/>
        </a:p>
      </dgm:t>
    </dgm:pt>
    <dgm:pt modelId="{6EC61D32-0969-454A-9027-29A0D488DB71}">
      <dgm:prSet/>
      <dgm:spPr/>
      <dgm:t>
        <a:bodyPr/>
        <a:lstStyle/>
        <a:p>
          <a:pPr>
            <a:lnSpc>
              <a:spcPct val="100000"/>
            </a:lnSpc>
          </a:pPr>
          <a:r>
            <a:rPr lang="en-US"/>
            <a:t>Lip Reading Sentences in the Wild (2017) - Uses both audio and video.</a:t>
          </a:r>
        </a:p>
      </dgm:t>
    </dgm:pt>
    <dgm:pt modelId="{22C17D6B-FAA2-4DB1-BACC-5852EBB84E92}" type="parTrans" cxnId="{E60B0921-981A-4063-A8BE-59F582BB75C7}">
      <dgm:prSet/>
      <dgm:spPr/>
      <dgm:t>
        <a:bodyPr/>
        <a:lstStyle/>
        <a:p>
          <a:endParaRPr lang="en-US"/>
        </a:p>
      </dgm:t>
    </dgm:pt>
    <dgm:pt modelId="{A80DEE6D-DD55-47C8-93DC-5518B03A5441}" type="sibTrans" cxnId="{E60B0921-981A-4063-A8BE-59F582BB75C7}">
      <dgm:prSet/>
      <dgm:spPr/>
      <dgm:t>
        <a:bodyPr/>
        <a:lstStyle/>
        <a:p>
          <a:endParaRPr lang="en-US"/>
        </a:p>
      </dgm:t>
    </dgm:pt>
    <dgm:pt modelId="{AFC3B202-6F47-4496-9B31-DCC10810DD80}">
      <dgm:prSet/>
      <dgm:spPr/>
      <dgm:t>
        <a:bodyPr/>
        <a:lstStyle/>
        <a:p>
          <a:pPr>
            <a:lnSpc>
              <a:spcPct val="100000"/>
            </a:lnSpc>
          </a:pPr>
          <a:r>
            <a:rPr lang="en-US"/>
            <a:t>Lip Reading Sentences Using Deep Learning (2020) - Focuses on visual cues but uses fixed timestamps.</a:t>
          </a:r>
        </a:p>
      </dgm:t>
    </dgm:pt>
    <dgm:pt modelId="{9284900E-E3C4-4332-A296-28F80C2F589D}" type="parTrans" cxnId="{93A67BC4-199B-4848-9677-EDEDA7E8F193}">
      <dgm:prSet/>
      <dgm:spPr/>
      <dgm:t>
        <a:bodyPr/>
        <a:lstStyle/>
        <a:p>
          <a:endParaRPr lang="en-US"/>
        </a:p>
      </dgm:t>
    </dgm:pt>
    <dgm:pt modelId="{911010E1-709F-41C5-8703-4CB320967E4D}" type="sibTrans" cxnId="{93A67BC4-199B-4848-9677-EDEDA7E8F193}">
      <dgm:prSet/>
      <dgm:spPr/>
      <dgm:t>
        <a:bodyPr/>
        <a:lstStyle/>
        <a:p>
          <a:endParaRPr lang="en-US"/>
        </a:p>
      </dgm:t>
    </dgm:pt>
    <dgm:pt modelId="{F1149607-0A28-4785-AA37-41F5ED1293D7}" type="pres">
      <dgm:prSet presAssocID="{7423233B-45D0-491B-B674-B66086A31931}" presName="root" presStyleCnt="0">
        <dgm:presLayoutVars>
          <dgm:dir/>
          <dgm:resizeHandles val="exact"/>
        </dgm:presLayoutVars>
      </dgm:prSet>
      <dgm:spPr/>
    </dgm:pt>
    <dgm:pt modelId="{0738D9DE-B6A3-4C8C-9382-22B123B4B59F}" type="pres">
      <dgm:prSet presAssocID="{058BF4B0-B9C6-4D06-ACDA-EF687CBC656C}" presName="compNode" presStyleCnt="0"/>
      <dgm:spPr/>
    </dgm:pt>
    <dgm:pt modelId="{BF905020-1EC3-48EE-B03D-7661730DD1BA}" type="pres">
      <dgm:prSet presAssocID="{058BF4B0-B9C6-4D06-ACDA-EF687CBC656C}" presName="bgRect" presStyleLbl="bgShp" presStyleIdx="0" presStyleCnt="3"/>
      <dgm:spPr/>
    </dgm:pt>
    <dgm:pt modelId="{1FADAFA3-BD97-4F8A-8428-24170514C08F}" type="pres">
      <dgm:prSet presAssocID="{058BF4B0-B9C6-4D06-ACDA-EF687CBC656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rget"/>
        </a:ext>
      </dgm:extLst>
    </dgm:pt>
    <dgm:pt modelId="{8E79B526-19AB-4205-B5ED-4BE358210B05}" type="pres">
      <dgm:prSet presAssocID="{058BF4B0-B9C6-4D06-ACDA-EF687CBC656C}" presName="spaceRect" presStyleCnt="0"/>
      <dgm:spPr/>
    </dgm:pt>
    <dgm:pt modelId="{2AC02DE5-81CD-4F30-AEAC-852753A91924}" type="pres">
      <dgm:prSet presAssocID="{058BF4B0-B9C6-4D06-ACDA-EF687CBC656C}" presName="parTx" presStyleLbl="revTx" presStyleIdx="0" presStyleCnt="3">
        <dgm:presLayoutVars>
          <dgm:chMax val="0"/>
          <dgm:chPref val="0"/>
        </dgm:presLayoutVars>
      </dgm:prSet>
      <dgm:spPr/>
    </dgm:pt>
    <dgm:pt modelId="{FD44A0FF-4684-45B3-8D25-A1765A07D2A6}" type="pres">
      <dgm:prSet presAssocID="{932434DC-7BE4-4DB9-A410-CDB26AEC8B24}" presName="sibTrans" presStyleCnt="0"/>
      <dgm:spPr/>
    </dgm:pt>
    <dgm:pt modelId="{03E65670-2F56-4AA4-BE8B-A4676E32BB0E}" type="pres">
      <dgm:prSet presAssocID="{6EC61D32-0969-454A-9027-29A0D488DB71}" presName="compNode" presStyleCnt="0"/>
      <dgm:spPr/>
    </dgm:pt>
    <dgm:pt modelId="{214FB925-2B20-427B-B130-847F414BF0D1}" type="pres">
      <dgm:prSet presAssocID="{6EC61D32-0969-454A-9027-29A0D488DB71}" presName="bgRect" presStyleLbl="bgShp" presStyleIdx="1" presStyleCnt="3"/>
      <dgm:spPr/>
    </dgm:pt>
    <dgm:pt modelId="{B7AC21A5-B37D-4EE4-BEAA-20D674FB165F}" type="pres">
      <dgm:prSet presAssocID="{6EC61D32-0969-454A-9027-29A0D488DB7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oks"/>
        </a:ext>
      </dgm:extLst>
    </dgm:pt>
    <dgm:pt modelId="{E80AA67E-6FA9-4161-9D17-1B2496701126}" type="pres">
      <dgm:prSet presAssocID="{6EC61D32-0969-454A-9027-29A0D488DB71}" presName="spaceRect" presStyleCnt="0"/>
      <dgm:spPr/>
    </dgm:pt>
    <dgm:pt modelId="{A97EAB1E-E281-42E4-BB6F-D5692DE32618}" type="pres">
      <dgm:prSet presAssocID="{6EC61D32-0969-454A-9027-29A0D488DB71}" presName="parTx" presStyleLbl="revTx" presStyleIdx="1" presStyleCnt="3">
        <dgm:presLayoutVars>
          <dgm:chMax val="0"/>
          <dgm:chPref val="0"/>
        </dgm:presLayoutVars>
      </dgm:prSet>
      <dgm:spPr/>
    </dgm:pt>
    <dgm:pt modelId="{DB31FA98-4446-476C-A9A8-2E4B1880BA23}" type="pres">
      <dgm:prSet presAssocID="{A80DEE6D-DD55-47C8-93DC-5518B03A5441}" presName="sibTrans" presStyleCnt="0"/>
      <dgm:spPr/>
    </dgm:pt>
    <dgm:pt modelId="{08C113E1-F0BA-40FE-814C-AB1565FC4083}" type="pres">
      <dgm:prSet presAssocID="{AFC3B202-6F47-4496-9B31-DCC10810DD80}" presName="compNode" presStyleCnt="0"/>
      <dgm:spPr/>
    </dgm:pt>
    <dgm:pt modelId="{A653C0B6-BC6D-4030-A04C-EFBD1CF64F14}" type="pres">
      <dgm:prSet presAssocID="{AFC3B202-6F47-4496-9B31-DCC10810DD80}" presName="bgRect" presStyleLbl="bgShp" presStyleIdx="2" presStyleCnt="3"/>
      <dgm:spPr/>
    </dgm:pt>
    <dgm:pt modelId="{E132AAF7-1897-4894-882D-4C08D07D679B}" type="pres">
      <dgm:prSet presAssocID="{AFC3B202-6F47-4496-9B31-DCC10810DD8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Ear"/>
        </a:ext>
      </dgm:extLst>
    </dgm:pt>
    <dgm:pt modelId="{A1BFF7E9-363C-467C-A3CA-0E7974AA1EFE}" type="pres">
      <dgm:prSet presAssocID="{AFC3B202-6F47-4496-9B31-DCC10810DD80}" presName="spaceRect" presStyleCnt="0"/>
      <dgm:spPr/>
    </dgm:pt>
    <dgm:pt modelId="{1C32DD48-6E7E-4BDC-A9BE-CAE0AAB37749}" type="pres">
      <dgm:prSet presAssocID="{AFC3B202-6F47-4496-9B31-DCC10810DD80}" presName="parTx" presStyleLbl="revTx" presStyleIdx="2" presStyleCnt="3">
        <dgm:presLayoutVars>
          <dgm:chMax val="0"/>
          <dgm:chPref val="0"/>
        </dgm:presLayoutVars>
      </dgm:prSet>
      <dgm:spPr/>
    </dgm:pt>
  </dgm:ptLst>
  <dgm:cxnLst>
    <dgm:cxn modelId="{B0713812-0B39-46B4-A76F-1BC92DD18171}" type="presOf" srcId="{AFC3B202-6F47-4496-9B31-DCC10810DD80}" destId="{1C32DD48-6E7E-4BDC-A9BE-CAE0AAB37749}" srcOrd="0" destOrd="0" presId="urn:microsoft.com/office/officeart/2018/2/layout/IconVerticalSolidList"/>
    <dgm:cxn modelId="{E60B0921-981A-4063-A8BE-59F582BB75C7}" srcId="{7423233B-45D0-491B-B674-B66086A31931}" destId="{6EC61D32-0969-454A-9027-29A0D488DB71}" srcOrd="1" destOrd="0" parTransId="{22C17D6B-FAA2-4DB1-BACC-5852EBB84E92}" sibTransId="{A80DEE6D-DD55-47C8-93DC-5518B03A5441}"/>
    <dgm:cxn modelId="{008BF73B-7341-4C5A-937F-29A0C1486557}" type="presOf" srcId="{6EC61D32-0969-454A-9027-29A0D488DB71}" destId="{A97EAB1E-E281-42E4-BB6F-D5692DE32618}" srcOrd="0" destOrd="0" presId="urn:microsoft.com/office/officeart/2018/2/layout/IconVerticalSolidList"/>
    <dgm:cxn modelId="{C4881195-DF41-432A-976C-822E6131EA54}" srcId="{7423233B-45D0-491B-B674-B66086A31931}" destId="{058BF4B0-B9C6-4D06-ACDA-EF687CBC656C}" srcOrd="0" destOrd="0" parTransId="{4E162BC9-FDCB-44D8-AC0C-5A7273F78A95}" sibTransId="{932434DC-7BE4-4DB9-A410-CDB26AEC8B24}"/>
    <dgm:cxn modelId="{93A67BC4-199B-4848-9677-EDEDA7E8F193}" srcId="{7423233B-45D0-491B-B674-B66086A31931}" destId="{AFC3B202-6F47-4496-9B31-DCC10810DD80}" srcOrd="2" destOrd="0" parTransId="{9284900E-E3C4-4332-A296-28F80C2F589D}" sibTransId="{911010E1-709F-41C5-8703-4CB320967E4D}"/>
    <dgm:cxn modelId="{21E113E4-FC2D-455D-9779-9CE2C0178A9C}" type="presOf" srcId="{7423233B-45D0-491B-B674-B66086A31931}" destId="{F1149607-0A28-4785-AA37-41F5ED1293D7}" srcOrd="0" destOrd="0" presId="urn:microsoft.com/office/officeart/2018/2/layout/IconVerticalSolidList"/>
    <dgm:cxn modelId="{069EE8EF-EBD3-4F1B-967E-44248069937C}" type="presOf" srcId="{058BF4B0-B9C6-4D06-ACDA-EF687CBC656C}" destId="{2AC02DE5-81CD-4F30-AEAC-852753A91924}" srcOrd="0" destOrd="0" presId="urn:microsoft.com/office/officeart/2018/2/layout/IconVerticalSolidList"/>
    <dgm:cxn modelId="{16FBC6F2-9BC6-4EF2-B332-56AA11D6241F}" type="presParOf" srcId="{F1149607-0A28-4785-AA37-41F5ED1293D7}" destId="{0738D9DE-B6A3-4C8C-9382-22B123B4B59F}" srcOrd="0" destOrd="0" presId="urn:microsoft.com/office/officeart/2018/2/layout/IconVerticalSolidList"/>
    <dgm:cxn modelId="{3DD21C6D-99F1-43A3-B750-1971F283826A}" type="presParOf" srcId="{0738D9DE-B6A3-4C8C-9382-22B123B4B59F}" destId="{BF905020-1EC3-48EE-B03D-7661730DD1BA}" srcOrd="0" destOrd="0" presId="urn:microsoft.com/office/officeart/2018/2/layout/IconVerticalSolidList"/>
    <dgm:cxn modelId="{A0A7872D-0109-4A12-91FE-2A907FC255A2}" type="presParOf" srcId="{0738D9DE-B6A3-4C8C-9382-22B123B4B59F}" destId="{1FADAFA3-BD97-4F8A-8428-24170514C08F}" srcOrd="1" destOrd="0" presId="urn:microsoft.com/office/officeart/2018/2/layout/IconVerticalSolidList"/>
    <dgm:cxn modelId="{FE1BAC68-4243-40AE-9491-3F364C93B2F5}" type="presParOf" srcId="{0738D9DE-B6A3-4C8C-9382-22B123B4B59F}" destId="{8E79B526-19AB-4205-B5ED-4BE358210B05}" srcOrd="2" destOrd="0" presId="urn:microsoft.com/office/officeart/2018/2/layout/IconVerticalSolidList"/>
    <dgm:cxn modelId="{92780327-62A3-4C8B-B651-B4C82B7EBE8E}" type="presParOf" srcId="{0738D9DE-B6A3-4C8C-9382-22B123B4B59F}" destId="{2AC02DE5-81CD-4F30-AEAC-852753A91924}" srcOrd="3" destOrd="0" presId="urn:microsoft.com/office/officeart/2018/2/layout/IconVerticalSolidList"/>
    <dgm:cxn modelId="{61C3AD90-D25C-4DA7-B996-22DFFAA716C3}" type="presParOf" srcId="{F1149607-0A28-4785-AA37-41F5ED1293D7}" destId="{FD44A0FF-4684-45B3-8D25-A1765A07D2A6}" srcOrd="1" destOrd="0" presId="urn:microsoft.com/office/officeart/2018/2/layout/IconVerticalSolidList"/>
    <dgm:cxn modelId="{B7EE1AEB-2DE0-4486-884D-3D2E1F2C0D2E}" type="presParOf" srcId="{F1149607-0A28-4785-AA37-41F5ED1293D7}" destId="{03E65670-2F56-4AA4-BE8B-A4676E32BB0E}" srcOrd="2" destOrd="0" presId="urn:microsoft.com/office/officeart/2018/2/layout/IconVerticalSolidList"/>
    <dgm:cxn modelId="{77D1ABE4-D243-4D51-BB1B-FA9EC7065BB9}" type="presParOf" srcId="{03E65670-2F56-4AA4-BE8B-A4676E32BB0E}" destId="{214FB925-2B20-427B-B130-847F414BF0D1}" srcOrd="0" destOrd="0" presId="urn:microsoft.com/office/officeart/2018/2/layout/IconVerticalSolidList"/>
    <dgm:cxn modelId="{E7C17C68-FAF8-4370-88AE-F4353E8C5D2A}" type="presParOf" srcId="{03E65670-2F56-4AA4-BE8B-A4676E32BB0E}" destId="{B7AC21A5-B37D-4EE4-BEAA-20D674FB165F}" srcOrd="1" destOrd="0" presId="urn:microsoft.com/office/officeart/2018/2/layout/IconVerticalSolidList"/>
    <dgm:cxn modelId="{4D1B8C7B-A0E0-4F73-AADB-335F9D3EA11C}" type="presParOf" srcId="{03E65670-2F56-4AA4-BE8B-A4676E32BB0E}" destId="{E80AA67E-6FA9-4161-9D17-1B2496701126}" srcOrd="2" destOrd="0" presId="urn:microsoft.com/office/officeart/2018/2/layout/IconVerticalSolidList"/>
    <dgm:cxn modelId="{8E37B3EC-1F08-45E2-9E49-A573C92F6069}" type="presParOf" srcId="{03E65670-2F56-4AA4-BE8B-A4676E32BB0E}" destId="{A97EAB1E-E281-42E4-BB6F-D5692DE32618}" srcOrd="3" destOrd="0" presId="urn:microsoft.com/office/officeart/2018/2/layout/IconVerticalSolidList"/>
    <dgm:cxn modelId="{72A4961E-916C-47E8-A757-46D7BBDFA108}" type="presParOf" srcId="{F1149607-0A28-4785-AA37-41F5ED1293D7}" destId="{DB31FA98-4446-476C-A9A8-2E4B1880BA23}" srcOrd="3" destOrd="0" presId="urn:microsoft.com/office/officeart/2018/2/layout/IconVerticalSolidList"/>
    <dgm:cxn modelId="{93E7F998-CC67-4946-A90F-3200313CD518}" type="presParOf" srcId="{F1149607-0A28-4785-AA37-41F5ED1293D7}" destId="{08C113E1-F0BA-40FE-814C-AB1565FC4083}" srcOrd="4" destOrd="0" presId="urn:microsoft.com/office/officeart/2018/2/layout/IconVerticalSolidList"/>
    <dgm:cxn modelId="{277FA16F-04E1-4FA2-987C-1941DD9F3E06}" type="presParOf" srcId="{08C113E1-F0BA-40FE-814C-AB1565FC4083}" destId="{A653C0B6-BC6D-4030-A04C-EFBD1CF64F14}" srcOrd="0" destOrd="0" presId="urn:microsoft.com/office/officeart/2018/2/layout/IconVerticalSolidList"/>
    <dgm:cxn modelId="{12F600B8-F689-4021-BAF4-C399C13F091F}" type="presParOf" srcId="{08C113E1-F0BA-40FE-814C-AB1565FC4083}" destId="{E132AAF7-1897-4894-882D-4C08D07D679B}" srcOrd="1" destOrd="0" presId="urn:microsoft.com/office/officeart/2018/2/layout/IconVerticalSolidList"/>
    <dgm:cxn modelId="{ABA8B74E-8CA6-4704-8501-47B41DE3790D}" type="presParOf" srcId="{08C113E1-F0BA-40FE-814C-AB1565FC4083}" destId="{A1BFF7E9-363C-467C-A3CA-0E7974AA1EFE}" srcOrd="2" destOrd="0" presId="urn:microsoft.com/office/officeart/2018/2/layout/IconVerticalSolidList"/>
    <dgm:cxn modelId="{D23FDB19-7483-4DA5-B6CB-1B40098C027A}" type="presParOf" srcId="{08C113E1-F0BA-40FE-814C-AB1565FC4083}" destId="{1C32DD48-6E7E-4BDC-A9BE-CAE0AAB3774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14B9137-6FD2-4209-BB9F-6EFCB33D0BE1}"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AC478486-2AFB-4D29-B1D1-7F12AB7932FF}">
      <dgm:prSet/>
      <dgm:spPr/>
      <dgm:t>
        <a:bodyPr/>
        <a:lstStyle/>
        <a:p>
          <a:pPr>
            <a:lnSpc>
              <a:spcPct val="100000"/>
            </a:lnSpc>
            <a:defRPr cap="all"/>
          </a:pPr>
          <a:r>
            <a:rPr lang="en-US"/>
            <a:t>We chose the </a:t>
          </a:r>
          <a:r>
            <a:rPr lang="en-US" b="1"/>
            <a:t>2020 lip-reading system</a:t>
          </a:r>
          <a:r>
            <a:rPr lang="en-US"/>
            <a:t>.</a:t>
          </a:r>
        </a:p>
      </dgm:t>
    </dgm:pt>
    <dgm:pt modelId="{B13A303C-827E-4C24-8C9C-CF65B04014FC}" type="parTrans" cxnId="{3CBD519A-C450-4D6A-9ED7-F3EE5C60879F}">
      <dgm:prSet/>
      <dgm:spPr/>
      <dgm:t>
        <a:bodyPr/>
        <a:lstStyle/>
        <a:p>
          <a:endParaRPr lang="en-US"/>
        </a:p>
      </dgm:t>
    </dgm:pt>
    <dgm:pt modelId="{08E1B9CA-3675-4A71-97C3-244CE7AE4F1F}" type="sibTrans" cxnId="{3CBD519A-C450-4D6A-9ED7-F3EE5C60879F}">
      <dgm:prSet/>
      <dgm:spPr/>
      <dgm:t>
        <a:bodyPr/>
        <a:lstStyle/>
        <a:p>
          <a:endParaRPr lang="en-US"/>
        </a:p>
      </dgm:t>
    </dgm:pt>
    <dgm:pt modelId="{C205581F-1C8A-4430-8918-185538FB0493}">
      <dgm:prSet/>
      <dgm:spPr/>
      <dgm:t>
        <a:bodyPr/>
        <a:lstStyle/>
        <a:p>
          <a:pPr>
            <a:lnSpc>
              <a:spcPct val="100000"/>
            </a:lnSpc>
            <a:defRPr cap="all"/>
          </a:pPr>
          <a:r>
            <a:rPr lang="en-US"/>
            <a:t>It uses </a:t>
          </a:r>
          <a:r>
            <a:rPr lang="en-US" b="1"/>
            <a:t>viseme classification</a:t>
          </a:r>
          <a:r>
            <a:rPr lang="en-US"/>
            <a:t> for better accuracy.</a:t>
          </a:r>
        </a:p>
      </dgm:t>
    </dgm:pt>
    <dgm:pt modelId="{39D52339-CE97-4155-90BE-1AA029920A42}" type="parTrans" cxnId="{10245800-91CA-4657-9ABD-CFE9E00DD52F}">
      <dgm:prSet/>
      <dgm:spPr/>
      <dgm:t>
        <a:bodyPr/>
        <a:lstStyle/>
        <a:p>
          <a:endParaRPr lang="en-US"/>
        </a:p>
      </dgm:t>
    </dgm:pt>
    <dgm:pt modelId="{BA677234-C768-43F2-95F6-139C4A5E6110}" type="sibTrans" cxnId="{10245800-91CA-4657-9ABD-CFE9E00DD52F}">
      <dgm:prSet/>
      <dgm:spPr/>
      <dgm:t>
        <a:bodyPr/>
        <a:lstStyle/>
        <a:p>
          <a:endParaRPr lang="en-US"/>
        </a:p>
      </dgm:t>
    </dgm:pt>
    <dgm:pt modelId="{FE81C52C-9768-490D-8A0E-90D3E48BEB31}">
      <dgm:prSet/>
      <dgm:spPr/>
      <dgm:t>
        <a:bodyPr/>
        <a:lstStyle/>
        <a:p>
          <a:pPr>
            <a:lnSpc>
              <a:spcPct val="100000"/>
            </a:lnSpc>
            <a:defRPr cap="all"/>
          </a:pPr>
          <a:r>
            <a:rPr lang="en-US"/>
            <a:t>Its </a:t>
          </a:r>
          <a:r>
            <a:rPr lang="en-US" b="1"/>
            <a:t>weakness</a:t>
          </a:r>
          <a:r>
            <a:rPr lang="en-US"/>
            <a:t> : relies on </a:t>
          </a:r>
          <a:r>
            <a:rPr lang="en-US" b="1"/>
            <a:t>Static Timestamps</a:t>
          </a:r>
          <a:endParaRPr lang="en-US"/>
        </a:p>
      </dgm:t>
    </dgm:pt>
    <dgm:pt modelId="{900049F3-CC0C-4FC9-AB40-8CEF2F0CDEF9}" type="parTrans" cxnId="{6B1B2C48-553C-419A-B5AA-2A4871662E21}">
      <dgm:prSet/>
      <dgm:spPr/>
      <dgm:t>
        <a:bodyPr/>
        <a:lstStyle/>
        <a:p>
          <a:endParaRPr lang="en-US"/>
        </a:p>
      </dgm:t>
    </dgm:pt>
    <dgm:pt modelId="{50A33E26-B4FA-47A8-9AEF-ECAED2FB96C2}" type="sibTrans" cxnId="{6B1B2C48-553C-419A-B5AA-2A4871662E21}">
      <dgm:prSet/>
      <dgm:spPr/>
      <dgm:t>
        <a:bodyPr/>
        <a:lstStyle/>
        <a:p>
          <a:endParaRPr lang="en-US"/>
        </a:p>
      </dgm:t>
    </dgm:pt>
    <dgm:pt modelId="{F515C555-BC96-487F-A6AC-AD217627BC20}">
      <dgm:prSet/>
      <dgm:spPr/>
      <dgm:t>
        <a:bodyPr/>
        <a:lstStyle/>
        <a:p>
          <a:pPr>
            <a:lnSpc>
              <a:spcPct val="100000"/>
            </a:lnSpc>
            <a:defRPr cap="all"/>
          </a:pPr>
          <a:r>
            <a:rPr lang="en-US"/>
            <a:t>Fixing this improves </a:t>
          </a:r>
          <a:r>
            <a:rPr lang="en-US" b="1"/>
            <a:t>functionality and accuracy</a:t>
          </a:r>
          <a:r>
            <a:rPr lang="en-US"/>
            <a:t>.</a:t>
          </a:r>
        </a:p>
      </dgm:t>
    </dgm:pt>
    <dgm:pt modelId="{4AF7D95C-3C65-44AC-87C2-67A079151E24}" type="parTrans" cxnId="{D103A046-99DD-44C1-95C6-1B95EE7BD6EC}">
      <dgm:prSet/>
      <dgm:spPr/>
      <dgm:t>
        <a:bodyPr/>
        <a:lstStyle/>
        <a:p>
          <a:endParaRPr lang="en-US"/>
        </a:p>
      </dgm:t>
    </dgm:pt>
    <dgm:pt modelId="{91716120-0A54-4924-833B-EE73E92CBBE9}" type="sibTrans" cxnId="{D103A046-99DD-44C1-95C6-1B95EE7BD6EC}">
      <dgm:prSet/>
      <dgm:spPr/>
      <dgm:t>
        <a:bodyPr/>
        <a:lstStyle/>
        <a:p>
          <a:endParaRPr lang="en-US"/>
        </a:p>
      </dgm:t>
    </dgm:pt>
    <dgm:pt modelId="{B25797B0-2BBC-4E87-A09F-5911E92D3C23}" type="pres">
      <dgm:prSet presAssocID="{114B9137-6FD2-4209-BB9F-6EFCB33D0BE1}" presName="root" presStyleCnt="0">
        <dgm:presLayoutVars>
          <dgm:dir/>
          <dgm:resizeHandles val="exact"/>
        </dgm:presLayoutVars>
      </dgm:prSet>
      <dgm:spPr/>
    </dgm:pt>
    <dgm:pt modelId="{7F5FDE43-8527-460F-AA0D-0CB5B9A8D194}" type="pres">
      <dgm:prSet presAssocID="{AC478486-2AFB-4D29-B1D1-7F12AB7932FF}" presName="compNode" presStyleCnt="0"/>
      <dgm:spPr/>
    </dgm:pt>
    <dgm:pt modelId="{1DA68FE9-A433-4D51-B1A9-DC6D992ED179}" type="pres">
      <dgm:prSet presAssocID="{AC478486-2AFB-4D29-B1D1-7F12AB7932FF}" presName="iconBgRect" presStyleLbl="bgShp" presStyleIdx="0" presStyleCnt="4"/>
      <dgm:spPr/>
    </dgm:pt>
    <dgm:pt modelId="{30B4EA01-4513-415D-A3AD-8FF01B6DE2F3}" type="pres">
      <dgm:prSet presAssocID="{AC478486-2AFB-4D29-B1D1-7F12AB7932F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tom"/>
        </a:ext>
      </dgm:extLst>
    </dgm:pt>
    <dgm:pt modelId="{9CF3050E-3596-479D-A0A7-E43ECCB000C0}" type="pres">
      <dgm:prSet presAssocID="{AC478486-2AFB-4D29-B1D1-7F12AB7932FF}" presName="spaceRect" presStyleCnt="0"/>
      <dgm:spPr/>
    </dgm:pt>
    <dgm:pt modelId="{78D3AB5A-6F13-4F93-8B80-BABF274EA590}" type="pres">
      <dgm:prSet presAssocID="{AC478486-2AFB-4D29-B1D1-7F12AB7932FF}" presName="textRect" presStyleLbl="revTx" presStyleIdx="0" presStyleCnt="4">
        <dgm:presLayoutVars>
          <dgm:chMax val="1"/>
          <dgm:chPref val="1"/>
        </dgm:presLayoutVars>
      </dgm:prSet>
      <dgm:spPr/>
    </dgm:pt>
    <dgm:pt modelId="{0260854F-4A0D-4AE5-BCCD-38582745FBDF}" type="pres">
      <dgm:prSet presAssocID="{08E1B9CA-3675-4A71-97C3-244CE7AE4F1F}" presName="sibTrans" presStyleCnt="0"/>
      <dgm:spPr/>
    </dgm:pt>
    <dgm:pt modelId="{0E9BE8C3-BA52-46A5-9BE4-B122193E7F76}" type="pres">
      <dgm:prSet presAssocID="{C205581F-1C8A-4430-8918-185538FB0493}" presName="compNode" presStyleCnt="0"/>
      <dgm:spPr/>
    </dgm:pt>
    <dgm:pt modelId="{6AF81A33-5046-43F0-93E7-FD2828D8D82F}" type="pres">
      <dgm:prSet presAssocID="{C205581F-1C8A-4430-8918-185538FB0493}" presName="iconBgRect" presStyleLbl="bgShp" presStyleIdx="1" presStyleCnt="4"/>
      <dgm:spPr/>
    </dgm:pt>
    <dgm:pt modelId="{1A14B5A5-BFEC-4A80-9270-499B20FAE283}" type="pres">
      <dgm:prSet presAssocID="{C205581F-1C8A-4430-8918-185538FB049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arget"/>
        </a:ext>
      </dgm:extLst>
    </dgm:pt>
    <dgm:pt modelId="{7528E6FE-F853-434E-A6D5-9D8AF42FD7EB}" type="pres">
      <dgm:prSet presAssocID="{C205581F-1C8A-4430-8918-185538FB0493}" presName="spaceRect" presStyleCnt="0"/>
      <dgm:spPr/>
    </dgm:pt>
    <dgm:pt modelId="{2C5B3C19-539F-4162-A155-6003E9998D81}" type="pres">
      <dgm:prSet presAssocID="{C205581F-1C8A-4430-8918-185538FB0493}" presName="textRect" presStyleLbl="revTx" presStyleIdx="1" presStyleCnt="4">
        <dgm:presLayoutVars>
          <dgm:chMax val="1"/>
          <dgm:chPref val="1"/>
        </dgm:presLayoutVars>
      </dgm:prSet>
      <dgm:spPr/>
    </dgm:pt>
    <dgm:pt modelId="{2F4D93BD-BF5E-4CD8-AD07-98DE046C5443}" type="pres">
      <dgm:prSet presAssocID="{BA677234-C768-43F2-95F6-139C4A5E6110}" presName="sibTrans" presStyleCnt="0"/>
      <dgm:spPr/>
    </dgm:pt>
    <dgm:pt modelId="{85572E4D-1D3D-45E7-B78B-45ADFBDC88BA}" type="pres">
      <dgm:prSet presAssocID="{FE81C52C-9768-490D-8A0E-90D3E48BEB31}" presName="compNode" presStyleCnt="0"/>
      <dgm:spPr/>
    </dgm:pt>
    <dgm:pt modelId="{E14CD57C-BBA3-4DB8-AF9B-81FE5FBAB607}" type="pres">
      <dgm:prSet presAssocID="{FE81C52C-9768-490D-8A0E-90D3E48BEB31}" presName="iconBgRect" presStyleLbl="bgShp" presStyleIdx="2" presStyleCnt="4"/>
      <dgm:spPr/>
    </dgm:pt>
    <dgm:pt modelId="{08016648-9DC3-4A56-A8B5-427E09A8A5FB}" type="pres">
      <dgm:prSet presAssocID="{FE81C52C-9768-490D-8A0E-90D3E48BEB3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ightning"/>
        </a:ext>
      </dgm:extLst>
    </dgm:pt>
    <dgm:pt modelId="{38B55ED7-CC82-4669-A432-6659AA1BF81A}" type="pres">
      <dgm:prSet presAssocID="{FE81C52C-9768-490D-8A0E-90D3E48BEB31}" presName="spaceRect" presStyleCnt="0"/>
      <dgm:spPr/>
    </dgm:pt>
    <dgm:pt modelId="{B6E7826E-2D83-41A3-BDCA-CBA77BA97A9F}" type="pres">
      <dgm:prSet presAssocID="{FE81C52C-9768-490D-8A0E-90D3E48BEB31}" presName="textRect" presStyleLbl="revTx" presStyleIdx="2" presStyleCnt="4">
        <dgm:presLayoutVars>
          <dgm:chMax val="1"/>
          <dgm:chPref val="1"/>
        </dgm:presLayoutVars>
      </dgm:prSet>
      <dgm:spPr/>
    </dgm:pt>
    <dgm:pt modelId="{96C6E431-4086-4B52-A54B-75F4E4C124DF}" type="pres">
      <dgm:prSet presAssocID="{50A33E26-B4FA-47A8-9AEF-ECAED2FB96C2}" presName="sibTrans" presStyleCnt="0"/>
      <dgm:spPr/>
    </dgm:pt>
    <dgm:pt modelId="{2CC4A6A0-4C1A-406C-8FAB-EE64E1E3A2C8}" type="pres">
      <dgm:prSet presAssocID="{F515C555-BC96-487F-A6AC-AD217627BC20}" presName="compNode" presStyleCnt="0"/>
      <dgm:spPr/>
    </dgm:pt>
    <dgm:pt modelId="{A02710D8-168E-419B-B00D-5AAF78A6939B}" type="pres">
      <dgm:prSet presAssocID="{F515C555-BC96-487F-A6AC-AD217627BC20}" presName="iconBgRect" presStyleLbl="bgShp" presStyleIdx="3" presStyleCnt="4"/>
      <dgm:spPr/>
    </dgm:pt>
    <dgm:pt modelId="{55DAE6C1-A48F-425E-9A1B-F7DC5D18C58B}" type="pres">
      <dgm:prSet presAssocID="{F515C555-BC96-487F-A6AC-AD217627BC2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ullseye"/>
        </a:ext>
      </dgm:extLst>
    </dgm:pt>
    <dgm:pt modelId="{09FFE740-A117-4972-B489-BCEA0E4007CA}" type="pres">
      <dgm:prSet presAssocID="{F515C555-BC96-487F-A6AC-AD217627BC20}" presName="spaceRect" presStyleCnt="0"/>
      <dgm:spPr/>
    </dgm:pt>
    <dgm:pt modelId="{D2462536-AD29-4FB3-8FF5-DBE80A29C1C4}" type="pres">
      <dgm:prSet presAssocID="{F515C555-BC96-487F-A6AC-AD217627BC20}" presName="textRect" presStyleLbl="revTx" presStyleIdx="3" presStyleCnt="4">
        <dgm:presLayoutVars>
          <dgm:chMax val="1"/>
          <dgm:chPref val="1"/>
        </dgm:presLayoutVars>
      </dgm:prSet>
      <dgm:spPr/>
    </dgm:pt>
  </dgm:ptLst>
  <dgm:cxnLst>
    <dgm:cxn modelId="{10245800-91CA-4657-9ABD-CFE9E00DD52F}" srcId="{114B9137-6FD2-4209-BB9F-6EFCB33D0BE1}" destId="{C205581F-1C8A-4430-8918-185538FB0493}" srcOrd="1" destOrd="0" parTransId="{39D52339-CE97-4155-90BE-1AA029920A42}" sibTransId="{BA677234-C768-43F2-95F6-139C4A5E6110}"/>
    <dgm:cxn modelId="{8407FF34-6C27-46A1-B04B-4D5C0C84A0EE}" type="presOf" srcId="{AC478486-2AFB-4D29-B1D1-7F12AB7932FF}" destId="{78D3AB5A-6F13-4F93-8B80-BABF274EA590}" srcOrd="0" destOrd="0" presId="urn:microsoft.com/office/officeart/2018/5/layout/IconCircleLabelList"/>
    <dgm:cxn modelId="{3F64655C-2E0D-4600-BA2E-151116BDC5BA}" type="presOf" srcId="{F515C555-BC96-487F-A6AC-AD217627BC20}" destId="{D2462536-AD29-4FB3-8FF5-DBE80A29C1C4}" srcOrd="0" destOrd="0" presId="urn:microsoft.com/office/officeart/2018/5/layout/IconCircleLabelList"/>
    <dgm:cxn modelId="{1512F364-5ED0-4748-8840-D06709056D8F}" type="presOf" srcId="{FE81C52C-9768-490D-8A0E-90D3E48BEB31}" destId="{B6E7826E-2D83-41A3-BDCA-CBA77BA97A9F}" srcOrd="0" destOrd="0" presId="urn:microsoft.com/office/officeart/2018/5/layout/IconCircleLabelList"/>
    <dgm:cxn modelId="{D103A046-99DD-44C1-95C6-1B95EE7BD6EC}" srcId="{114B9137-6FD2-4209-BB9F-6EFCB33D0BE1}" destId="{F515C555-BC96-487F-A6AC-AD217627BC20}" srcOrd="3" destOrd="0" parTransId="{4AF7D95C-3C65-44AC-87C2-67A079151E24}" sibTransId="{91716120-0A54-4924-833B-EE73E92CBBE9}"/>
    <dgm:cxn modelId="{6B1B2C48-553C-419A-B5AA-2A4871662E21}" srcId="{114B9137-6FD2-4209-BB9F-6EFCB33D0BE1}" destId="{FE81C52C-9768-490D-8A0E-90D3E48BEB31}" srcOrd="2" destOrd="0" parTransId="{900049F3-CC0C-4FC9-AB40-8CEF2F0CDEF9}" sibTransId="{50A33E26-B4FA-47A8-9AEF-ECAED2FB96C2}"/>
    <dgm:cxn modelId="{E4C0966E-9DC6-4641-B39C-9299CD5AA3CD}" type="presOf" srcId="{C205581F-1C8A-4430-8918-185538FB0493}" destId="{2C5B3C19-539F-4162-A155-6003E9998D81}" srcOrd="0" destOrd="0" presId="urn:microsoft.com/office/officeart/2018/5/layout/IconCircleLabelList"/>
    <dgm:cxn modelId="{3CBD519A-C450-4D6A-9ED7-F3EE5C60879F}" srcId="{114B9137-6FD2-4209-BB9F-6EFCB33D0BE1}" destId="{AC478486-2AFB-4D29-B1D1-7F12AB7932FF}" srcOrd="0" destOrd="0" parTransId="{B13A303C-827E-4C24-8C9C-CF65B04014FC}" sibTransId="{08E1B9CA-3675-4A71-97C3-244CE7AE4F1F}"/>
    <dgm:cxn modelId="{2D1A9CEB-41EA-4C00-BE40-237F5B342599}" type="presOf" srcId="{114B9137-6FD2-4209-BB9F-6EFCB33D0BE1}" destId="{B25797B0-2BBC-4E87-A09F-5911E92D3C23}" srcOrd="0" destOrd="0" presId="urn:microsoft.com/office/officeart/2018/5/layout/IconCircleLabelList"/>
    <dgm:cxn modelId="{CD11001B-FAE3-45D0-ADFF-54AD1CE2DC8D}" type="presParOf" srcId="{B25797B0-2BBC-4E87-A09F-5911E92D3C23}" destId="{7F5FDE43-8527-460F-AA0D-0CB5B9A8D194}" srcOrd="0" destOrd="0" presId="urn:microsoft.com/office/officeart/2018/5/layout/IconCircleLabelList"/>
    <dgm:cxn modelId="{D1FD31EB-4D5B-4160-9CE1-6E7A864F3CFB}" type="presParOf" srcId="{7F5FDE43-8527-460F-AA0D-0CB5B9A8D194}" destId="{1DA68FE9-A433-4D51-B1A9-DC6D992ED179}" srcOrd="0" destOrd="0" presId="urn:microsoft.com/office/officeart/2018/5/layout/IconCircleLabelList"/>
    <dgm:cxn modelId="{DB05D5D6-6B43-47B6-B87A-A7BE195BBB4C}" type="presParOf" srcId="{7F5FDE43-8527-460F-AA0D-0CB5B9A8D194}" destId="{30B4EA01-4513-415D-A3AD-8FF01B6DE2F3}" srcOrd="1" destOrd="0" presId="urn:microsoft.com/office/officeart/2018/5/layout/IconCircleLabelList"/>
    <dgm:cxn modelId="{FAFE6DB5-9062-40C7-8F84-3112B0B03007}" type="presParOf" srcId="{7F5FDE43-8527-460F-AA0D-0CB5B9A8D194}" destId="{9CF3050E-3596-479D-A0A7-E43ECCB000C0}" srcOrd="2" destOrd="0" presId="urn:microsoft.com/office/officeart/2018/5/layout/IconCircleLabelList"/>
    <dgm:cxn modelId="{34C503B7-CE14-4C50-847C-A61A0858903E}" type="presParOf" srcId="{7F5FDE43-8527-460F-AA0D-0CB5B9A8D194}" destId="{78D3AB5A-6F13-4F93-8B80-BABF274EA590}" srcOrd="3" destOrd="0" presId="urn:microsoft.com/office/officeart/2018/5/layout/IconCircleLabelList"/>
    <dgm:cxn modelId="{8D67CCFE-8195-46DF-94E3-0557C695512D}" type="presParOf" srcId="{B25797B0-2BBC-4E87-A09F-5911E92D3C23}" destId="{0260854F-4A0D-4AE5-BCCD-38582745FBDF}" srcOrd="1" destOrd="0" presId="urn:microsoft.com/office/officeart/2018/5/layout/IconCircleLabelList"/>
    <dgm:cxn modelId="{0FE6293F-C264-45BE-9997-9C91C88E33F3}" type="presParOf" srcId="{B25797B0-2BBC-4E87-A09F-5911E92D3C23}" destId="{0E9BE8C3-BA52-46A5-9BE4-B122193E7F76}" srcOrd="2" destOrd="0" presId="urn:microsoft.com/office/officeart/2018/5/layout/IconCircleLabelList"/>
    <dgm:cxn modelId="{6A43E1FC-CD9F-4125-8C6C-64F778B47439}" type="presParOf" srcId="{0E9BE8C3-BA52-46A5-9BE4-B122193E7F76}" destId="{6AF81A33-5046-43F0-93E7-FD2828D8D82F}" srcOrd="0" destOrd="0" presId="urn:microsoft.com/office/officeart/2018/5/layout/IconCircleLabelList"/>
    <dgm:cxn modelId="{87DA6215-3CA1-482F-92D5-45BBA6B16EC5}" type="presParOf" srcId="{0E9BE8C3-BA52-46A5-9BE4-B122193E7F76}" destId="{1A14B5A5-BFEC-4A80-9270-499B20FAE283}" srcOrd="1" destOrd="0" presId="urn:microsoft.com/office/officeart/2018/5/layout/IconCircleLabelList"/>
    <dgm:cxn modelId="{B89185AE-6D6E-4821-BE25-6FE4862AA68D}" type="presParOf" srcId="{0E9BE8C3-BA52-46A5-9BE4-B122193E7F76}" destId="{7528E6FE-F853-434E-A6D5-9D8AF42FD7EB}" srcOrd="2" destOrd="0" presId="urn:microsoft.com/office/officeart/2018/5/layout/IconCircleLabelList"/>
    <dgm:cxn modelId="{80ECCAAB-9A4F-4185-AAC3-4C83A0E66E23}" type="presParOf" srcId="{0E9BE8C3-BA52-46A5-9BE4-B122193E7F76}" destId="{2C5B3C19-539F-4162-A155-6003E9998D81}" srcOrd="3" destOrd="0" presId="urn:microsoft.com/office/officeart/2018/5/layout/IconCircleLabelList"/>
    <dgm:cxn modelId="{4C2714CB-1197-4EF0-9E7E-39B215433082}" type="presParOf" srcId="{B25797B0-2BBC-4E87-A09F-5911E92D3C23}" destId="{2F4D93BD-BF5E-4CD8-AD07-98DE046C5443}" srcOrd="3" destOrd="0" presId="urn:microsoft.com/office/officeart/2018/5/layout/IconCircleLabelList"/>
    <dgm:cxn modelId="{ED7051C3-2F4C-4B23-9DFF-70031E88D6DB}" type="presParOf" srcId="{B25797B0-2BBC-4E87-A09F-5911E92D3C23}" destId="{85572E4D-1D3D-45E7-B78B-45ADFBDC88BA}" srcOrd="4" destOrd="0" presId="urn:microsoft.com/office/officeart/2018/5/layout/IconCircleLabelList"/>
    <dgm:cxn modelId="{0F1AEF5C-3581-489D-B40C-68100239203F}" type="presParOf" srcId="{85572E4D-1D3D-45E7-B78B-45ADFBDC88BA}" destId="{E14CD57C-BBA3-4DB8-AF9B-81FE5FBAB607}" srcOrd="0" destOrd="0" presId="urn:microsoft.com/office/officeart/2018/5/layout/IconCircleLabelList"/>
    <dgm:cxn modelId="{4D7ED323-05BB-4DA8-9C75-94952F76A423}" type="presParOf" srcId="{85572E4D-1D3D-45E7-B78B-45ADFBDC88BA}" destId="{08016648-9DC3-4A56-A8B5-427E09A8A5FB}" srcOrd="1" destOrd="0" presId="urn:microsoft.com/office/officeart/2018/5/layout/IconCircleLabelList"/>
    <dgm:cxn modelId="{C09B56C6-0E97-4DFF-B1FC-0AFEFA29F800}" type="presParOf" srcId="{85572E4D-1D3D-45E7-B78B-45ADFBDC88BA}" destId="{38B55ED7-CC82-4669-A432-6659AA1BF81A}" srcOrd="2" destOrd="0" presId="urn:microsoft.com/office/officeart/2018/5/layout/IconCircleLabelList"/>
    <dgm:cxn modelId="{E08BB156-4F74-4879-893A-8087F9D4A08C}" type="presParOf" srcId="{85572E4D-1D3D-45E7-B78B-45ADFBDC88BA}" destId="{B6E7826E-2D83-41A3-BDCA-CBA77BA97A9F}" srcOrd="3" destOrd="0" presId="urn:microsoft.com/office/officeart/2018/5/layout/IconCircleLabelList"/>
    <dgm:cxn modelId="{E8AC5422-89D7-4DF4-8E3C-451756786C21}" type="presParOf" srcId="{B25797B0-2BBC-4E87-A09F-5911E92D3C23}" destId="{96C6E431-4086-4B52-A54B-75F4E4C124DF}" srcOrd="5" destOrd="0" presId="urn:microsoft.com/office/officeart/2018/5/layout/IconCircleLabelList"/>
    <dgm:cxn modelId="{AABBCE6C-E905-4994-88E1-F496A8A9EC1F}" type="presParOf" srcId="{B25797B0-2BBC-4E87-A09F-5911E92D3C23}" destId="{2CC4A6A0-4C1A-406C-8FAB-EE64E1E3A2C8}" srcOrd="6" destOrd="0" presId="urn:microsoft.com/office/officeart/2018/5/layout/IconCircleLabelList"/>
    <dgm:cxn modelId="{7126047B-FB9A-4FB1-8C45-A7F4C77DEFA8}" type="presParOf" srcId="{2CC4A6A0-4C1A-406C-8FAB-EE64E1E3A2C8}" destId="{A02710D8-168E-419B-B00D-5AAF78A6939B}" srcOrd="0" destOrd="0" presId="urn:microsoft.com/office/officeart/2018/5/layout/IconCircleLabelList"/>
    <dgm:cxn modelId="{8AE2CD87-8511-48CD-895E-C1DE26CF77CC}" type="presParOf" srcId="{2CC4A6A0-4C1A-406C-8FAB-EE64E1E3A2C8}" destId="{55DAE6C1-A48F-425E-9A1B-F7DC5D18C58B}" srcOrd="1" destOrd="0" presId="urn:microsoft.com/office/officeart/2018/5/layout/IconCircleLabelList"/>
    <dgm:cxn modelId="{1BA5AFD7-67AE-4BE7-9CA9-742A4863018A}" type="presParOf" srcId="{2CC4A6A0-4C1A-406C-8FAB-EE64E1E3A2C8}" destId="{09FFE740-A117-4972-B489-BCEA0E4007CA}" srcOrd="2" destOrd="0" presId="urn:microsoft.com/office/officeart/2018/5/layout/IconCircleLabelList"/>
    <dgm:cxn modelId="{42786143-AB42-46F6-8756-E47FEA4BA92E}" type="presParOf" srcId="{2CC4A6A0-4C1A-406C-8FAB-EE64E1E3A2C8}" destId="{D2462536-AD29-4FB3-8FF5-DBE80A29C1C4}"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1C40AC-D0D5-4A2F-B335-09C78E70EAEC}"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42EE2BB5-2ECC-45F7-8B19-4814448C32A2}">
      <dgm:prSet/>
      <dgm:spPr/>
      <dgm:t>
        <a:bodyPr/>
        <a:lstStyle/>
        <a:p>
          <a:r>
            <a:rPr lang="en-US" b="1"/>
            <a:t>More accurate word boundary detection</a:t>
          </a:r>
          <a:br>
            <a:rPr lang="en-US"/>
          </a:br>
          <a:endParaRPr lang="en-US"/>
        </a:p>
      </dgm:t>
    </dgm:pt>
    <dgm:pt modelId="{2CC957B9-2242-4411-A723-00766A021F7E}" type="sibTrans" cxnId="{737BC705-3D3F-4071-98DE-991372DEC60B}">
      <dgm:prSet/>
      <dgm:spPr/>
      <dgm:t>
        <a:bodyPr/>
        <a:lstStyle/>
        <a:p>
          <a:endParaRPr lang="en-US"/>
        </a:p>
      </dgm:t>
    </dgm:pt>
    <dgm:pt modelId="{8A5BB41B-900A-43C8-B33B-C2715B6643E0}" type="parTrans" cxnId="{737BC705-3D3F-4071-98DE-991372DEC60B}">
      <dgm:prSet/>
      <dgm:spPr/>
      <dgm:t>
        <a:bodyPr/>
        <a:lstStyle/>
        <a:p>
          <a:endParaRPr lang="en-US"/>
        </a:p>
      </dgm:t>
    </dgm:pt>
    <dgm:pt modelId="{3063871F-6F4D-4BE0-901A-99EF510B5543}">
      <dgm:prSet/>
      <dgm:spPr/>
      <dgm:t>
        <a:bodyPr/>
        <a:lstStyle/>
        <a:p>
          <a:r>
            <a:rPr lang="en-US"/>
            <a:t>Detect Space as a word</a:t>
          </a:r>
          <a:br>
            <a:rPr lang="en-US"/>
          </a:br>
          <a:endParaRPr lang="en-US"/>
        </a:p>
      </dgm:t>
    </dgm:pt>
    <dgm:pt modelId="{CEEB6913-B0D2-4E92-9965-E8EB3490AC9A}" type="sibTrans" cxnId="{0A9E3765-3D5B-4A79-A66D-A28F843380AE}">
      <dgm:prSet/>
      <dgm:spPr/>
      <dgm:t>
        <a:bodyPr/>
        <a:lstStyle/>
        <a:p>
          <a:endParaRPr lang="en-US"/>
        </a:p>
      </dgm:t>
    </dgm:pt>
    <dgm:pt modelId="{9F3780D8-7AD0-40A5-BF50-D4B13336C521}" type="parTrans" cxnId="{0A9E3765-3D5B-4A79-A66D-A28F843380AE}">
      <dgm:prSet/>
      <dgm:spPr/>
      <dgm:t>
        <a:bodyPr/>
        <a:lstStyle/>
        <a:p>
          <a:endParaRPr lang="en-US"/>
        </a:p>
      </dgm:t>
    </dgm:pt>
    <dgm:pt modelId="{D0D33C7A-EEE9-45E6-B1D3-6A78AB97A0A5}">
      <dgm:prSet/>
      <dgm:spPr/>
      <dgm:t>
        <a:bodyPr/>
        <a:lstStyle/>
        <a:p>
          <a:r>
            <a:rPr lang="en-US" b="1"/>
            <a:t>Adapts to different speaking speeds</a:t>
          </a:r>
          <a:br>
            <a:rPr lang="en-US"/>
          </a:br>
          <a:endParaRPr lang="en-US"/>
        </a:p>
      </dgm:t>
    </dgm:pt>
    <dgm:pt modelId="{C0E1BD84-42D2-4703-86EC-C014B9134B51}" type="sibTrans" cxnId="{7B1E79AD-7283-4319-A7A2-E8DCE881A24A}">
      <dgm:prSet/>
      <dgm:spPr/>
      <dgm:t>
        <a:bodyPr/>
        <a:lstStyle/>
        <a:p>
          <a:endParaRPr lang="en-US"/>
        </a:p>
      </dgm:t>
    </dgm:pt>
    <dgm:pt modelId="{D43EAD07-DD68-4826-B309-5841993696C1}" type="parTrans" cxnId="{7B1E79AD-7283-4319-A7A2-E8DCE881A24A}">
      <dgm:prSet/>
      <dgm:spPr/>
      <dgm:t>
        <a:bodyPr/>
        <a:lstStyle/>
        <a:p>
          <a:endParaRPr lang="en-US"/>
        </a:p>
      </dgm:t>
    </dgm:pt>
    <dgm:pt modelId="{BB7E4521-ABB1-42A5-9E16-B72FCBC38933}">
      <dgm:prSet/>
      <dgm:spPr/>
      <dgm:t>
        <a:bodyPr/>
        <a:lstStyle/>
        <a:p>
          <a:r>
            <a:rPr lang="en-US" b="1"/>
            <a:t>Enhances real-world performance</a:t>
          </a:r>
          <a:endParaRPr lang="en-US"/>
        </a:p>
      </dgm:t>
    </dgm:pt>
    <dgm:pt modelId="{8F86615C-E4F5-4B16-A092-8B5C2460D56A}" type="sibTrans" cxnId="{6D31C55B-DECE-4C37-8A77-DC8E128A75A8}">
      <dgm:prSet/>
      <dgm:spPr/>
      <dgm:t>
        <a:bodyPr/>
        <a:lstStyle/>
        <a:p>
          <a:endParaRPr lang="en-US"/>
        </a:p>
      </dgm:t>
    </dgm:pt>
    <dgm:pt modelId="{E7D8B06E-2D23-4284-9427-B91D8C847D9E}" type="parTrans" cxnId="{6D31C55B-DECE-4C37-8A77-DC8E128A75A8}">
      <dgm:prSet/>
      <dgm:spPr/>
      <dgm:t>
        <a:bodyPr/>
        <a:lstStyle/>
        <a:p>
          <a:endParaRPr lang="en-US"/>
        </a:p>
      </dgm:t>
    </dgm:pt>
    <dgm:pt modelId="{2CCE02DE-B303-425E-8B16-8F23029DA4CC}" type="pres">
      <dgm:prSet presAssocID="{3D1C40AC-D0D5-4A2F-B335-09C78E70EAEC}" presName="outerComposite" presStyleCnt="0">
        <dgm:presLayoutVars>
          <dgm:chMax val="5"/>
          <dgm:dir/>
          <dgm:resizeHandles val="exact"/>
        </dgm:presLayoutVars>
      </dgm:prSet>
      <dgm:spPr/>
    </dgm:pt>
    <dgm:pt modelId="{017CE259-5E67-4859-95FF-93D4B553AE1C}" type="pres">
      <dgm:prSet presAssocID="{3D1C40AC-D0D5-4A2F-B335-09C78E70EAEC}" presName="dummyMaxCanvas" presStyleCnt="0">
        <dgm:presLayoutVars/>
      </dgm:prSet>
      <dgm:spPr/>
    </dgm:pt>
    <dgm:pt modelId="{B3490B38-8090-49BA-B73A-184390D2E5E8}" type="pres">
      <dgm:prSet presAssocID="{3D1C40AC-D0D5-4A2F-B335-09C78E70EAEC}" presName="FourNodes_1" presStyleLbl="node1" presStyleIdx="0" presStyleCnt="4">
        <dgm:presLayoutVars>
          <dgm:bulletEnabled val="1"/>
        </dgm:presLayoutVars>
      </dgm:prSet>
      <dgm:spPr/>
    </dgm:pt>
    <dgm:pt modelId="{65B23CB3-630E-4264-8157-DC460BA222BA}" type="pres">
      <dgm:prSet presAssocID="{3D1C40AC-D0D5-4A2F-B335-09C78E70EAEC}" presName="FourNodes_2" presStyleLbl="node1" presStyleIdx="1" presStyleCnt="4">
        <dgm:presLayoutVars>
          <dgm:bulletEnabled val="1"/>
        </dgm:presLayoutVars>
      </dgm:prSet>
      <dgm:spPr/>
    </dgm:pt>
    <dgm:pt modelId="{9423DE50-67F2-4E99-9A8B-051CC8DDEBED}" type="pres">
      <dgm:prSet presAssocID="{3D1C40AC-D0D5-4A2F-B335-09C78E70EAEC}" presName="FourNodes_3" presStyleLbl="node1" presStyleIdx="2" presStyleCnt="4">
        <dgm:presLayoutVars>
          <dgm:bulletEnabled val="1"/>
        </dgm:presLayoutVars>
      </dgm:prSet>
      <dgm:spPr/>
    </dgm:pt>
    <dgm:pt modelId="{3CC049FB-09C0-41C3-A35F-9EF575BE0746}" type="pres">
      <dgm:prSet presAssocID="{3D1C40AC-D0D5-4A2F-B335-09C78E70EAEC}" presName="FourNodes_4" presStyleLbl="node1" presStyleIdx="3" presStyleCnt="4">
        <dgm:presLayoutVars>
          <dgm:bulletEnabled val="1"/>
        </dgm:presLayoutVars>
      </dgm:prSet>
      <dgm:spPr/>
    </dgm:pt>
    <dgm:pt modelId="{560F8A1C-1AFE-41EE-8A6C-B43E68FDE795}" type="pres">
      <dgm:prSet presAssocID="{3D1C40AC-D0D5-4A2F-B335-09C78E70EAEC}" presName="FourConn_1-2" presStyleLbl="fgAccFollowNode1" presStyleIdx="0" presStyleCnt="3">
        <dgm:presLayoutVars>
          <dgm:bulletEnabled val="1"/>
        </dgm:presLayoutVars>
      </dgm:prSet>
      <dgm:spPr/>
    </dgm:pt>
    <dgm:pt modelId="{B9F5C863-5419-4069-BE7C-5D8AA7091BA0}" type="pres">
      <dgm:prSet presAssocID="{3D1C40AC-D0D5-4A2F-B335-09C78E70EAEC}" presName="FourConn_2-3" presStyleLbl="fgAccFollowNode1" presStyleIdx="1" presStyleCnt="3">
        <dgm:presLayoutVars>
          <dgm:bulletEnabled val="1"/>
        </dgm:presLayoutVars>
      </dgm:prSet>
      <dgm:spPr/>
    </dgm:pt>
    <dgm:pt modelId="{127669DA-24A9-4191-B071-928AAE9DF1F9}" type="pres">
      <dgm:prSet presAssocID="{3D1C40AC-D0D5-4A2F-B335-09C78E70EAEC}" presName="FourConn_3-4" presStyleLbl="fgAccFollowNode1" presStyleIdx="2" presStyleCnt="3">
        <dgm:presLayoutVars>
          <dgm:bulletEnabled val="1"/>
        </dgm:presLayoutVars>
      </dgm:prSet>
      <dgm:spPr/>
    </dgm:pt>
    <dgm:pt modelId="{C6E1AD6E-3CC6-49FF-BD2A-54F7163C104E}" type="pres">
      <dgm:prSet presAssocID="{3D1C40AC-D0D5-4A2F-B335-09C78E70EAEC}" presName="FourNodes_1_text" presStyleLbl="node1" presStyleIdx="3" presStyleCnt="4">
        <dgm:presLayoutVars>
          <dgm:bulletEnabled val="1"/>
        </dgm:presLayoutVars>
      </dgm:prSet>
      <dgm:spPr/>
    </dgm:pt>
    <dgm:pt modelId="{7EB8A69D-6D10-4D5F-9C5D-48899BF1633A}" type="pres">
      <dgm:prSet presAssocID="{3D1C40AC-D0D5-4A2F-B335-09C78E70EAEC}" presName="FourNodes_2_text" presStyleLbl="node1" presStyleIdx="3" presStyleCnt="4">
        <dgm:presLayoutVars>
          <dgm:bulletEnabled val="1"/>
        </dgm:presLayoutVars>
      </dgm:prSet>
      <dgm:spPr/>
    </dgm:pt>
    <dgm:pt modelId="{741D1522-EBCF-47F5-A31D-564A83D73CB8}" type="pres">
      <dgm:prSet presAssocID="{3D1C40AC-D0D5-4A2F-B335-09C78E70EAEC}" presName="FourNodes_3_text" presStyleLbl="node1" presStyleIdx="3" presStyleCnt="4">
        <dgm:presLayoutVars>
          <dgm:bulletEnabled val="1"/>
        </dgm:presLayoutVars>
      </dgm:prSet>
      <dgm:spPr/>
    </dgm:pt>
    <dgm:pt modelId="{A0DC92BD-F5B1-493B-9198-09D392901565}" type="pres">
      <dgm:prSet presAssocID="{3D1C40AC-D0D5-4A2F-B335-09C78E70EAEC}" presName="FourNodes_4_text" presStyleLbl="node1" presStyleIdx="3" presStyleCnt="4">
        <dgm:presLayoutVars>
          <dgm:bulletEnabled val="1"/>
        </dgm:presLayoutVars>
      </dgm:prSet>
      <dgm:spPr/>
    </dgm:pt>
  </dgm:ptLst>
  <dgm:cxnLst>
    <dgm:cxn modelId="{737BC705-3D3F-4071-98DE-991372DEC60B}" srcId="{3D1C40AC-D0D5-4A2F-B335-09C78E70EAEC}" destId="{42EE2BB5-2ECC-45F7-8B19-4814448C32A2}" srcOrd="0" destOrd="0" parTransId="{8A5BB41B-900A-43C8-B33B-C2715B6643E0}" sibTransId="{2CC957B9-2242-4411-A723-00766A021F7E}"/>
    <dgm:cxn modelId="{FD9B4C09-EB42-4FD6-A12C-96DD3AB89E0A}" type="presOf" srcId="{3063871F-6F4D-4BE0-901A-99EF510B5543}" destId="{65B23CB3-630E-4264-8157-DC460BA222BA}" srcOrd="0" destOrd="0" presId="urn:microsoft.com/office/officeart/2005/8/layout/vProcess5"/>
    <dgm:cxn modelId="{7EBBE71F-54F7-41D0-BD36-66B68293383B}" type="presOf" srcId="{BB7E4521-ABB1-42A5-9E16-B72FCBC38933}" destId="{A0DC92BD-F5B1-493B-9198-09D392901565}" srcOrd="1" destOrd="0" presId="urn:microsoft.com/office/officeart/2005/8/layout/vProcess5"/>
    <dgm:cxn modelId="{D8083423-43BA-4224-A6E4-FA133E348F47}" type="presOf" srcId="{BB7E4521-ABB1-42A5-9E16-B72FCBC38933}" destId="{3CC049FB-09C0-41C3-A35F-9EF575BE0746}" srcOrd="0" destOrd="0" presId="urn:microsoft.com/office/officeart/2005/8/layout/vProcess5"/>
    <dgm:cxn modelId="{F6A89323-F867-4670-9F1B-D1D4C05F7566}" type="presOf" srcId="{3063871F-6F4D-4BE0-901A-99EF510B5543}" destId="{7EB8A69D-6D10-4D5F-9C5D-48899BF1633A}" srcOrd="1" destOrd="0" presId="urn:microsoft.com/office/officeart/2005/8/layout/vProcess5"/>
    <dgm:cxn modelId="{6D31C55B-DECE-4C37-8A77-DC8E128A75A8}" srcId="{3D1C40AC-D0D5-4A2F-B335-09C78E70EAEC}" destId="{BB7E4521-ABB1-42A5-9E16-B72FCBC38933}" srcOrd="3" destOrd="0" parTransId="{E7D8B06E-2D23-4284-9427-B91D8C847D9E}" sibTransId="{8F86615C-E4F5-4B16-A092-8B5C2460D56A}"/>
    <dgm:cxn modelId="{0A9E3765-3D5B-4A79-A66D-A28F843380AE}" srcId="{3D1C40AC-D0D5-4A2F-B335-09C78E70EAEC}" destId="{3063871F-6F4D-4BE0-901A-99EF510B5543}" srcOrd="1" destOrd="0" parTransId="{9F3780D8-7AD0-40A5-BF50-D4B13336C521}" sibTransId="{CEEB6913-B0D2-4E92-9965-E8EB3490AC9A}"/>
    <dgm:cxn modelId="{2DB18E50-4EE6-4635-A75E-B3EF4E413166}" type="presOf" srcId="{CEEB6913-B0D2-4E92-9965-E8EB3490AC9A}" destId="{B9F5C863-5419-4069-BE7C-5D8AA7091BA0}" srcOrd="0" destOrd="0" presId="urn:microsoft.com/office/officeart/2005/8/layout/vProcess5"/>
    <dgm:cxn modelId="{ECC7E270-3EC3-44B8-9900-0303FE7826C5}" type="presOf" srcId="{D0D33C7A-EEE9-45E6-B1D3-6A78AB97A0A5}" destId="{741D1522-EBCF-47F5-A31D-564A83D73CB8}" srcOrd="1" destOrd="0" presId="urn:microsoft.com/office/officeart/2005/8/layout/vProcess5"/>
    <dgm:cxn modelId="{1FA1C971-853C-45B3-AFE2-5D85AF17A973}" type="presOf" srcId="{D0D33C7A-EEE9-45E6-B1D3-6A78AB97A0A5}" destId="{9423DE50-67F2-4E99-9A8B-051CC8DDEBED}" srcOrd="0" destOrd="0" presId="urn:microsoft.com/office/officeart/2005/8/layout/vProcess5"/>
    <dgm:cxn modelId="{13BAE75A-2386-415D-BD8A-AD5AF7B28DF1}" type="presOf" srcId="{42EE2BB5-2ECC-45F7-8B19-4814448C32A2}" destId="{C6E1AD6E-3CC6-49FF-BD2A-54F7163C104E}" srcOrd="1" destOrd="0" presId="urn:microsoft.com/office/officeart/2005/8/layout/vProcess5"/>
    <dgm:cxn modelId="{620BC999-90B7-48D7-A29F-327D168332EF}" type="presOf" srcId="{42EE2BB5-2ECC-45F7-8B19-4814448C32A2}" destId="{B3490B38-8090-49BA-B73A-184390D2E5E8}" srcOrd="0" destOrd="0" presId="urn:microsoft.com/office/officeart/2005/8/layout/vProcess5"/>
    <dgm:cxn modelId="{7B1E79AD-7283-4319-A7A2-E8DCE881A24A}" srcId="{3D1C40AC-D0D5-4A2F-B335-09C78E70EAEC}" destId="{D0D33C7A-EEE9-45E6-B1D3-6A78AB97A0A5}" srcOrd="2" destOrd="0" parTransId="{D43EAD07-DD68-4826-B309-5841993696C1}" sibTransId="{C0E1BD84-42D2-4703-86EC-C014B9134B51}"/>
    <dgm:cxn modelId="{A2142DB5-3316-4F68-9062-AF54B9053AD7}" type="presOf" srcId="{3D1C40AC-D0D5-4A2F-B335-09C78E70EAEC}" destId="{2CCE02DE-B303-425E-8B16-8F23029DA4CC}" srcOrd="0" destOrd="0" presId="urn:microsoft.com/office/officeart/2005/8/layout/vProcess5"/>
    <dgm:cxn modelId="{51601ABC-F322-4EAA-98C7-CD1AA495DFEA}" type="presOf" srcId="{C0E1BD84-42D2-4703-86EC-C014B9134B51}" destId="{127669DA-24A9-4191-B071-928AAE9DF1F9}" srcOrd="0" destOrd="0" presId="urn:microsoft.com/office/officeart/2005/8/layout/vProcess5"/>
    <dgm:cxn modelId="{D0BF84E3-7FED-4FCC-9845-ADA578DCBC75}" type="presOf" srcId="{2CC957B9-2242-4411-A723-00766A021F7E}" destId="{560F8A1C-1AFE-41EE-8A6C-B43E68FDE795}" srcOrd="0" destOrd="0" presId="urn:microsoft.com/office/officeart/2005/8/layout/vProcess5"/>
    <dgm:cxn modelId="{290CDDBF-4780-4F36-91C9-F799193F106B}" type="presParOf" srcId="{2CCE02DE-B303-425E-8B16-8F23029DA4CC}" destId="{017CE259-5E67-4859-95FF-93D4B553AE1C}" srcOrd="0" destOrd="0" presId="urn:microsoft.com/office/officeart/2005/8/layout/vProcess5"/>
    <dgm:cxn modelId="{D250AB5E-F8BD-494F-B2BE-2F98F13685D3}" type="presParOf" srcId="{2CCE02DE-B303-425E-8B16-8F23029DA4CC}" destId="{B3490B38-8090-49BA-B73A-184390D2E5E8}" srcOrd="1" destOrd="0" presId="urn:microsoft.com/office/officeart/2005/8/layout/vProcess5"/>
    <dgm:cxn modelId="{086DC622-25C6-48D4-9406-99505097B816}" type="presParOf" srcId="{2CCE02DE-B303-425E-8B16-8F23029DA4CC}" destId="{65B23CB3-630E-4264-8157-DC460BA222BA}" srcOrd="2" destOrd="0" presId="urn:microsoft.com/office/officeart/2005/8/layout/vProcess5"/>
    <dgm:cxn modelId="{3571C711-635B-4C37-934E-A34A51566373}" type="presParOf" srcId="{2CCE02DE-B303-425E-8B16-8F23029DA4CC}" destId="{9423DE50-67F2-4E99-9A8B-051CC8DDEBED}" srcOrd="3" destOrd="0" presId="urn:microsoft.com/office/officeart/2005/8/layout/vProcess5"/>
    <dgm:cxn modelId="{4E1779EA-8975-45F9-9CB7-B85D50B66E65}" type="presParOf" srcId="{2CCE02DE-B303-425E-8B16-8F23029DA4CC}" destId="{3CC049FB-09C0-41C3-A35F-9EF575BE0746}" srcOrd="4" destOrd="0" presId="urn:microsoft.com/office/officeart/2005/8/layout/vProcess5"/>
    <dgm:cxn modelId="{F9ED262D-AAB5-4968-8862-CF8CDFFE8E95}" type="presParOf" srcId="{2CCE02DE-B303-425E-8B16-8F23029DA4CC}" destId="{560F8A1C-1AFE-41EE-8A6C-B43E68FDE795}" srcOrd="5" destOrd="0" presId="urn:microsoft.com/office/officeart/2005/8/layout/vProcess5"/>
    <dgm:cxn modelId="{B088C43C-2F97-4F61-BCCC-3D4EEC14C1BD}" type="presParOf" srcId="{2CCE02DE-B303-425E-8B16-8F23029DA4CC}" destId="{B9F5C863-5419-4069-BE7C-5D8AA7091BA0}" srcOrd="6" destOrd="0" presId="urn:microsoft.com/office/officeart/2005/8/layout/vProcess5"/>
    <dgm:cxn modelId="{63FD6DA7-97FC-47AE-AC6D-EEF1B633BE3F}" type="presParOf" srcId="{2CCE02DE-B303-425E-8B16-8F23029DA4CC}" destId="{127669DA-24A9-4191-B071-928AAE9DF1F9}" srcOrd="7" destOrd="0" presId="urn:microsoft.com/office/officeart/2005/8/layout/vProcess5"/>
    <dgm:cxn modelId="{663DDF9D-8C0E-4725-B08D-5BDA40B78DC5}" type="presParOf" srcId="{2CCE02DE-B303-425E-8B16-8F23029DA4CC}" destId="{C6E1AD6E-3CC6-49FF-BD2A-54F7163C104E}" srcOrd="8" destOrd="0" presId="urn:microsoft.com/office/officeart/2005/8/layout/vProcess5"/>
    <dgm:cxn modelId="{3CA6FE4B-774A-45AB-94CE-077C5E964DAB}" type="presParOf" srcId="{2CCE02DE-B303-425E-8B16-8F23029DA4CC}" destId="{7EB8A69D-6D10-4D5F-9C5D-48899BF1633A}" srcOrd="9" destOrd="0" presId="urn:microsoft.com/office/officeart/2005/8/layout/vProcess5"/>
    <dgm:cxn modelId="{7800669E-4530-414D-906B-3024B5DA47E0}" type="presParOf" srcId="{2CCE02DE-B303-425E-8B16-8F23029DA4CC}" destId="{741D1522-EBCF-47F5-A31D-564A83D73CB8}" srcOrd="10" destOrd="0" presId="urn:microsoft.com/office/officeart/2005/8/layout/vProcess5"/>
    <dgm:cxn modelId="{6C757B79-F1D1-4363-BAD1-C04930AE7889}" type="presParOf" srcId="{2CCE02DE-B303-425E-8B16-8F23029DA4CC}" destId="{A0DC92BD-F5B1-493B-9198-09D392901565}"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E93B59-1E19-4A2E-B8C3-CDA2171BCC38}">
      <dsp:nvSpPr>
        <dsp:cNvPr id="0" name=""/>
        <dsp:cNvSpPr/>
      </dsp:nvSpPr>
      <dsp:spPr>
        <a:xfrm>
          <a:off x="103372" y="396342"/>
          <a:ext cx="1279676" cy="127967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4CD5CB-EDDB-449D-9A6F-C853F05952CB}">
      <dsp:nvSpPr>
        <dsp:cNvPr id="0" name=""/>
        <dsp:cNvSpPr/>
      </dsp:nvSpPr>
      <dsp:spPr>
        <a:xfrm>
          <a:off x="372104" y="665074"/>
          <a:ext cx="742212" cy="7422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FCFACD-994E-479D-8F0D-D85DBF636AB0}">
      <dsp:nvSpPr>
        <dsp:cNvPr id="0" name=""/>
        <dsp:cNvSpPr/>
      </dsp:nvSpPr>
      <dsp:spPr>
        <a:xfrm>
          <a:off x="1657265" y="396342"/>
          <a:ext cx="3016379" cy="127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VisoSpeak is a deep learning tool that helps with lip reading using only visuals.</a:t>
          </a:r>
        </a:p>
      </dsp:txBody>
      <dsp:txXfrm>
        <a:off x="1657265" y="396342"/>
        <a:ext cx="3016379" cy="1279676"/>
      </dsp:txXfrm>
    </dsp:sp>
    <dsp:sp modelId="{96776F93-7154-4582-8A01-224C6E90C3D2}">
      <dsp:nvSpPr>
        <dsp:cNvPr id="0" name=""/>
        <dsp:cNvSpPr/>
      </dsp:nvSpPr>
      <dsp:spPr>
        <a:xfrm>
          <a:off x="5199226" y="396342"/>
          <a:ext cx="1279676" cy="127967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728BF4-647D-457A-8608-CF60F50CE20F}">
      <dsp:nvSpPr>
        <dsp:cNvPr id="0" name=""/>
        <dsp:cNvSpPr/>
      </dsp:nvSpPr>
      <dsp:spPr>
        <a:xfrm>
          <a:off x="5467958" y="665074"/>
          <a:ext cx="742212" cy="7422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0B7614-EC9E-4902-BEFC-666BE1217BFD}">
      <dsp:nvSpPr>
        <dsp:cNvPr id="0" name=""/>
        <dsp:cNvSpPr/>
      </dsp:nvSpPr>
      <dsp:spPr>
        <a:xfrm>
          <a:off x="6753118" y="396342"/>
          <a:ext cx="3016379" cy="127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Regular speech recognition doesn't work well in noisy places or when there's no sound. </a:t>
          </a:r>
        </a:p>
      </dsp:txBody>
      <dsp:txXfrm>
        <a:off x="6753118" y="396342"/>
        <a:ext cx="3016379" cy="1279676"/>
      </dsp:txXfrm>
    </dsp:sp>
    <dsp:sp modelId="{61D457D7-A4D1-49CA-9C07-36BB8C87D946}">
      <dsp:nvSpPr>
        <dsp:cNvPr id="0" name=""/>
        <dsp:cNvSpPr/>
      </dsp:nvSpPr>
      <dsp:spPr>
        <a:xfrm>
          <a:off x="103372" y="2362581"/>
          <a:ext cx="1279676" cy="127967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F4951D-DF37-4160-9E95-8B8D1D5BDE6E}">
      <dsp:nvSpPr>
        <dsp:cNvPr id="0" name=""/>
        <dsp:cNvSpPr/>
      </dsp:nvSpPr>
      <dsp:spPr>
        <a:xfrm>
          <a:off x="372104" y="2631313"/>
          <a:ext cx="742212" cy="7422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A01391-41C5-43E0-A705-93EE4EB63ACB}">
      <dsp:nvSpPr>
        <dsp:cNvPr id="0" name=""/>
        <dsp:cNvSpPr/>
      </dsp:nvSpPr>
      <dsp:spPr>
        <a:xfrm>
          <a:off x="1657265" y="2362581"/>
          <a:ext cx="3016379" cy="127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many models are tied to specific languages.</a:t>
          </a:r>
        </a:p>
      </dsp:txBody>
      <dsp:txXfrm>
        <a:off x="1657265" y="2362581"/>
        <a:ext cx="3016379" cy="1279676"/>
      </dsp:txXfrm>
    </dsp:sp>
    <dsp:sp modelId="{C0970E24-C867-4964-8A47-8880D4D3858B}">
      <dsp:nvSpPr>
        <dsp:cNvPr id="0" name=""/>
        <dsp:cNvSpPr/>
      </dsp:nvSpPr>
      <dsp:spPr>
        <a:xfrm>
          <a:off x="5199226" y="2362581"/>
          <a:ext cx="1279676" cy="127967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32F7E4-59E4-47B6-BE6B-0403BF1D3914}">
      <dsp:nvSpPr>
        <dsp:cNvPr id="0" name=""/>
        <dsp:cNvSpPr/>
      </dsp:nvSpPr>
      <dsp:spPr>
        <a:xfrm>
          <a:off x="5467958" y="2631313"/>
          <a:ext cx="742212" cy="7422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B8344C-934F-4144-B2F6-C0E84314BAE5}">
      <dsp:nvSpPr>
        <dsp:cNvPr id="0" name=""/>
        <dsp:cNvSpPr/>
      </dsp:nvSpPr>
      <dsp:spPr>
        <a:xfrm>
          <a:off x="6753118" y="2362581"/>
          <a:ext cx="3016379" cy="127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VisoSpeak fixes these issues by focusing only on lip movements, making it more private and accessible.</a:t>
          </a:r>
        </a:p>
      </dsp:txBody>
      <dsp:txXfrm>
        <a:off x="6753118" y="2362581"/>
        <a:ext cx="3016379" cy="12796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05020-1EC3-48EE-B03D-7661730DD1BA}">
      <dsp:nvSpPr>
        <dsp:cNvPr id="0" name=""/>
        <dsp:cNvSpPr/>
      </dsp:nvSpPr>
      <dsp:spPr>
        <a:xfrm>
          <a:off x="0" y="492"/>
          <a:ext cx="9872871" cy="115360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ADAFA3-BD97-4F8A-8428-24170514C08F}">
      <dsp:nvSpPr>
        <dsp:cNvPr id="0" name=""/>
        <dsp:cNvSpPr/>
      </dsp:nvSpPr>
      <dsp:spPr>
        <a:xfrm>
          <a:off x="348965" y="260053"/>
          <a:ext cx="634482" cy="6344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C02DE5-81CD-4F30-AEAC-852753A91924}">
      <dsp:nvSpPr>
        <dsp:cNvPr id="0" name=""/>
        <dsp:cNvSpPr/>
      </dsp:nvSpPr>
      <dsp:spPr>
        <a:xfrm>
          <a:off x="1332412" y="492"/>
          <a:ext cx="8540458" cy="11536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090" tIns="122090" rIns="122090" bIns="122090" numCol="1" spcCol="1270" anchor="ctr" anchorCtr="0">
          <a:noAutofit/>
        </a:bodyPr>
        <a:lstStyle/>
        <a:p>
          <a:pPr marL="0" lvl="0" indent="0" algn="l" defTabSz="1111250">
            <a:lnSpc>
              <a:spcPct val="100000"/>
            </a:lnSpc>
            <a:spcBef>
              <a:spcPct val="0"/>
            </a:spcBef>
            <a:spcAft>
              <a:spcPct val="35000"/>
            </a:spcAft>
            <a:buNone/>
          </a:pPr>
          <a:r>
            <a:rPr lang="en-US" sz="2500" kern="1200"/>
            <a:t>LipNet (2016) - Works end-to-end but struggles with accuracy.</a:t>
          </a:r>
        </a:p>
      </dsp:txBody>
      <dsp:txXfrm>
        <a:off x="1332412" y="492"/>
        <a:ext cx="8540458" cy="1153604"/>
      </dsp:txXfrm>
    </dsp:sp>
    <dsp:sp modelId="{214FB925-2B20-427B-B130-847F414BF0D1}">
      <dsp:nvSpPr>
        <dsp:cNvPr id="0" name=""/>
        <dsp:cNvSpPr/>
      </dsp:nvSpPr>
      <dsp:spPr>
        <a:xfrm>
          <a:off x="0" y="1442497"/>
          <a:ext cx="9872871" cy="115360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AC21A5-B37D-4EE4-BEAA-20D674FB165F}">
      <dsp:nvSpPr>
        <dsp:cNvPr id="0" name=""/>
        <dsp:cNvSpPr/>
      </dsp:nvSpPr>
      <dsp:spPr>
        <a:xfrm>
          <a:off x="348965" y="1702058"/>
          <a:ext cx="634482" cy="6344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7EAB1E-E281-42E4-BB6F-D5692DE32618}">
      <dsp:nvSpPr>
        <dsp:cNvPr id="0" name=""/>
        <dsp:cNvSpPr/>
      </dsp:nvSpPr>
      <dsp:spPr>
        <a:xfrm>
          <a:off x="1332412" y="1442497"/>
          <a:ext cx="8540458" cy="11536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090" tIns="122090" rIns="122090" bIns="122090" numCol="1" spcCol="1270" anchor="ctr" anchorCtr="0">
          <a:noAutofit/>
        </a:bodyPr>
        <a:lstStyle/>
        <a:p>
          <a:pPr marL="0" lvl="0" indent="0" algn="l" defTabSz="1111250">
            <a:lnSpc>
              <a:spcPct val="100000"/>
            </a:lnSpc>
            <a:spcBef>
              <a:spcPct val="0"/>
            </a:spcBef>
            <a:spcAft>
              <a:spcPct val="35000"/>
            </a:spcAft>
            <a:buNone/>
          </a:pPr>
          <a:r>
            <a:rPr lang="en-US" sz="2500" kern="1200"/>
            <a:t>Lip Reading Sentences in the Wild (2017) - Uses both audio and video.</a:t>
          </a:r>
        </a:p>
      </dsp:txBody>
      <dsp:txXfrm>
        <a:off x="1332412" y="1442497"/>
        <a:ext cx="8540458" cy="1153604"/>
      </dsp:txXfrm>
    </dsp:sp>
    <dsp:sp modelId="{A653C0B6-BC6D-4030-A04C-EFBD1CF64F14}">
      <dsp:nvSpPr>
        <dsp:cNvPr id="0" name=""/>
        <dsp:cNvSpPr/>
      </dsp:nvSpPr>
      <dsp:spPr>
        <a:xfrm>
          <a:off x="0" y="2884503"/>
          <a:ext cx="9872871" cy="115360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32AAF7-1897-4894-882D-4C08D07D679B}">
      <dsp:nvSpPr>
        <dsp:cNvPr id="0" name=""/>
        <dsp:cNvSpPr/>
      </dsp:nvSpPr>
      <dsp:spPr>
        <a:xfrm>
          <a:off x="348965" y="3144063"/>
          <a:ext cx="634482" cy="6344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32DD48-6E7E-4BDC-A9BE-CAE0AAB37749}">
      <dsp:nvSpPr>
        <dsp:cNvPr id="0" name=""/>
        <dsp:cNvSpPr/>
      </dsp:nvSpPr>
      <dsp:spPr>
        <a:xfrm>
          <a:off x="1332412" y="2884503"/>
          <a:ext cx="8540458" cy="11536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090" tIns="122090" rIns="122090" bIns="122090" numCol="1" spcCol="1270" anchor="ctr" anchorCtr="0">
          <a:noAutofit/>
        </a:bodyPr>
        <a:lstStyle/>
        <a:p>
          <a:pPr marL="0" lvl="0" indent="0" algn="l" defTabSz="1111250">
            <a:lnSpc>
              <a:spcPct val="100000"/>
            </a:lnSpc>
            <a:spcBef>
              <a:spcPct val="0"/>
            </a:spcBef>
            <a:spcAft>
              <a:spcPct val="35000"/>
            </a:spcAft>
            <a:buNone/>
          </a:pPr>
          <a:r>
            <a:rPr lang="en-US" sz="2500" kern="1200"/>
            <a:t>Lip Reading Sentences Using Deep Learning (2020) - Focuses on visual cues but uses fixed timestamps.</a:t>
          </a:r>
        </a:p>
      </dsp:txBody>
      <dsp:txXfrm>
        <a:off x="1332412" y="2884503"/>
        <a:ext cx="8540458" cy="11536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A68FE9-A433-4D51-B1A9-DC6D992ED179}">
      <dsp:nvSpPr>
        <dsp:cNvPr id="0" name=""/>
        <dsp:cNvSpPr/>
      </dsp:nvSpPr>
      <dsp:spPr>
        <a:xfrm>
          <a:off x="693352" y="838389"/>
          <a:ext cx="1251889" cy="125188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B4EA01-4513-415D-A3AD-8FF01B6DE2F3}">
      <dsp:nvSpPr>
        <dsp:cNvPr id="0" name=""/>
        <dsp:cNvSpPr/>
      </dsp:nvSpPr>
      <dsp:spPr>
        <a:xfrm>
          <a:off x="960148" y="1105185"/>
          <a:ext cx="718297" cy="7182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D3AB5A-6F13-4F93-8B80-BABF274EA590}">
      <dsp:nvSpPr>
        <dsp:cNvPr id="0" name=""/>
        <dsp:cNvSpPr/>
      </dsp:nvSpPr>
      <dsp:spPr>
        <a:xfrm>
          <a:off x="293158" y="2480210"/>
          <a:ext cx="205227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We chose the </a:t>
          </a:r>
          <a:r>
            <a:rPr lang="en-US" sz="1500" b="1" kern="1200"/>
            <a:t>2020 lip-reading system</a:t>
          </a:r>
          <a:r>
            <a:rPr lang="en-US" sz="1500" kern="1200"/>
            <a:t>.</a:t>
          </a:r>
        </a:p>
      </dsp:txBody>
      <dsp:txXfrm>
        <a:off x="293158" y="2480210"/>
        <a:ext cx="2052277" cy="720000"/>
      </dsp:txXfrm>
    </dsp:sp>
    <dsp:sp modelId="{6AF81A33-5046-43F0-93E7-FD2828D8D82F}">
      <dsp:nvSpPr>
        <dsp:cNvPr id="0" name=""/>
        <dsp:cNvSpPr/>
      </dsp:nvSpPr>
      <dsp:spPr>
        <a:xfrm>
          <a:off x="3104778" y="838389"/>
          <a:ext cx="1251889" cy="125188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14B5A5-BFEC-4A80-9270-499B20FAE283}">
      <dsp:nvSpPr>
        <dsp:cNvPr id="0" name=""/>
        <dsp:cNvSpPr/>
      </dsp:nvSpPr>
      <dsp:spPr>
        <a:xfrm>
          <a:off x="3371574" y="1105185"/>
          <a:ext cx="718297" cy="7182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5B3C19-539F-4162-A155-6003E9998D81}">
      <dsp:nvSpPr>
        <dsp:cNvPr id="0" name=""/>
        <dsp:cNvSpPr/>
      </dsp:nvSpPr>
      <dsp:spPr>
        <a:xfrm>
          <a:off x="2704584" y="2480210"/>
          <a:ext cx="205227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It uses </a:t>
          </a:r>
          <a:r>
            <a:rPr lang="en-US" sz="1500" b="1" kern="1200"/>
            <a:t>viseme classification</a:t>
          </a:r>
          <a:r>
            <a:rPr lang="en-US" sz="1500" kern="1200"/>
            <a:t> for better accuracy.</a:t>
          </a:r>
        </a:p>
      </dsp:txBody>
      <dsp:txXfrm>
        <a:off x="2704584" y="2480210"/>
        <a:ext cx="2052277" cy="720000"/>
      </dsp:txXfrm>
    </dsp:sp>
    <dsp:sp modelId="{E14CD57C-BBA3-4DB8-AF9B-81FE5FBAB607}">
      <dsp:nvSpPr>
        <dsp:cNvPr id="0" name=""/>
        <dsp:cNvSpPr/>
      </dsp:nvSpPr>
      <dsp:spPr>
        <a:xfrm>
          <a:off x="5516203" y="838389"/>
          <a:ext cx="1251889" cy="125188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016648-9DC3-4A56-A8B5-427E09A8A5FB}">
      <dsp:nvSpPr>
        <dsp:cNvPr id="0" name=""/>
        <dsp:cNvSpPr/>
      </dsp:nvSpPr>
      <dsp:spPr>
        <a:xfrm>
          <a:off x="5782999" y="1105185"/>
          <a:ext cx="718297" cy="7182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E7826E-2D83-41A3-BDCA-CBA77BA97A9F}">
      <dsp:nvSpPr>
        <dsp:cNvPr id="0" name=""/>
        <dsp:cNvSpPr/>
      </dsp:nvSpPr>
      <dsp:spPr>
        <a:xfrm>
          <a:off x="5116009" y="2480210"/>
          <a:ext cx="205227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Its </a:t>
          </a:r>
          <a:r>
            <a:rPr lang="en-US" sz="1500" b="1" kern="1200"/>
            <a:t>weakness</a:t>
          </a:r>
          <a:r>
            <a:rPr lang="en-US" sz="1500" kern="1200"/>
            <a:t> : relies on </a:t>
          </a:r>
          <a:r>
            <a:rPr lang="en-US" sz="1500" b="1" kern="1200"/>
            <a:t>Static Timestamps</a:t>
          </a:r>
          <a:endParaRPr lang="en-US" sz="1500" kern="1200"/>
        </a:p>
      </dsp:txBody>
      <dsp:txXfrm>
        <a:off x="5116009" y="2480210"/>
        <a:ext cx="2052277" cy="720000"/>
      </dsp:txXfrm>
    </dsp:sp>
    <dsp:sp modelId="{A02710D8-168E-419B-B00D-5AAF78A6939B}">
      <dsp:nvSpPr>
        <dsp:cNvPr id="0" name=""/>
        <dsp:cNvSpPr/>
      </dsp:nvSpPr>
      <dsp:spPr>
        <a:xfrm>
          <a:off x="7927629" y="838389"/>
          <a:ext cx="1251889" cy="125188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DAE6C1-A48F-425E-9A1B-F7DC5D18C58B}">
      <dsp:nvSpPr>
        <dsp:cNvPr id="0" name=""/>
        <dsp:cNvSpPr/>
      </dsp:nvSpPr>
      <dsp:spPr>
        <a:xfrm>
          <a:off x="8194425" y="1105185"/>
          <a:ext cx="718297" cy="7182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462536-AD29-4FB3-8FF5-DBE80A29C1C4}">
      <dsp:nvSpPr>
        <dsp:cNvPr id="0" name=""/>
        <dsp:cNvSpPr/>
      </dsp:nvSpPr>
      <dsp:spPr>
        <a:xfrm>
          <a:off x="7527435" y="2480210"/>
          <a:ext cx="205227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Fixing this improves </a:t>
          </a:r>
          <a:r>
            <a:rPr lang="en-US" sz="1500" b="1" kern="1200"/>
            <a:t>functionality and accuracy</a:t>
          </a:r>
          <a:r>
            <a:rPr lang="en-US" sz="1500" kern="1200"/>
            <a:t>.</a:t>
          </a:r>
        </a:p>
      </dsp:txBody>
      <dsp:txXfrm>
        <a:off x="7527435" y="2480210"/>
        <a:ext cx="2052277"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490B38-8090-49BA-B73A-184390D2E5E8}">
      <dsp:nvSpPr>
        <dsp:cNvPr id="0" name=""/>
        <dsp:cNvSpPr/>
      </dsp:nvSpPr>
      <dsp:spPr>
        <a:xfrm>
          <a:off x="0" y="0"/>
          <a:ext cx="7900416" cy="84059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More accurate word boundary detection</a:t>
          </a:r>
          <a:br>
            <a:rPr lang="en-US" sz="2200" kern="1200"/>
          </a:br>
          <a:endParaRPr lang="en-US" sz="2200" kern="1200"/>
        </a:p>
      </dsp:txBody>
      <dsp:txXfrm>
        <a:off x="24620" y="24620"/>
        <a:ext cx="6922318" cy="791354"/>
      </dsp:txXfrm>
    </dsp:sp>
    <dsp:sp modelId="{65B23CB3-630E-4264-8157-DC460BA222BA}">
      <dsp:nvSpPr>
        <dsp:cNvPr id="0" name=""/>
        <dsp:cNvSpPr/>
      </dsp:nvSpPr>
      <dsp:spPr>
        <a:xfrm>
          <a:off x="661659" y="993430"/>
          <a:ext cx="7900416" cy="84059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Detect Space as a word</a:t>
          </a:r>
          <a:br>
            <a:rPr lang="en-US" sz="2200" kern="1200"/>
          </a:br>
          <a:endParaRPr lang="en-US" sz="2200" kern="1200"/>
        </a:p>
      </dsp:txBody>
      <dsp:txXfrm>
        <a:off x="686279" y="1018050"/>
        <a:ext cx="6643129" cy="791354"/>
      </dsp:txXfrm>
    </dsp:sp>
    <dsp:sp modelId="{9423DE50-67F2-4E99-9A8B-051CC8DDEBED}">
      <dsp:nvSpPr>
        <dsp:cNvPr id="0" name=""/>
        <dsp:cNvSpPr/>
      </dsp:nvSpPr>
      <dsp:spPr>
        <a:xfrm>
          <a:off x="1313444" y="1986860"/>
          <a:ext cx="7900416" cy="84059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Adapts to different speaking speeds</a:t>
          </a:r>
          <a:br>
            <a:rPr lang="en-US" sz="2200" kern="1200"/>
          </a:br>
          <a:endParaRPr lang="en-US" sz="2200" kern="1200"/>
        </a:p>
      </dsp:txBody>
      <dsp:txXfrm>
        <a:off x="1338064" y="2011480"/>
        <a:ext cx="6653005" cy="791354"/>
      </dsp:txXfrm>
    </dsp:sp>
    <dsp:sp modelId="{3CC049FB-09C0-41C3-A35F-9EF575BE0746}">
      <dsp:nvSpPr>
        <dsp:cNvPr id="0" name=""/>
        <dsp:cNvSpPr/>
      </dsp:nvSpPr>
      <dsp:spPr>
        <a:xfrm>
          <a:off x="1975103" y="2980290"/>
          <a:ext cx="7900416" cy="84059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Enhances real-world performance</a:t>
          </a:r>
          <a:endParaRPr lang="en-US" sz="2200" kern="1200"/>
        </a:p>
      </dsp:txBody>
      <dsp:txXfrm>
        <a:off x="1999723" y="3004910"/>
        <a:ext cx="6643129" cy="791354"/>
      </dsp:txXfrm>
    </dsp:sp>
    <dsp:sp modelId="{560F8A1C-1AFE-41EE-8A6C-B43E68FDE795}">
      <dsp:nvSpPr>
        <dsp:cNvPr id="0" name=""/>
        <dsp:cNvSpPr/>
      </dsp:nvSpPr>
      <dsp:spPr>
        <a:xfrm>
          <a:off x="7354029" y="643819"/>
          <a:ext cx="546386" cy="54638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7476966" y="643819"/>
        <a:ext cx="300512" cy="411155"/>
      </dsp:txXfrm>
    </dsp:sp>
    <dsp:sp modelId="{B9F5C863-5419-4069-BE7C-5D8AA7091BA0}">
      <dsp:nvSpPr>
        <dsp:cNvPr id="0" name=""/>
        <dsp:cNvSpPr/>
      </dsp:nvSpPr>
      <dsp:spPr>
        <a:xfrm>
          <a:off x="8015689" y="1637249"/>
          <a:ext cx="546386" cy="54638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8138626" y="1637249"/>
        <a:ext cx="300512" cy="411155"/>
      </dsp:txXfrm>
    </dsp:sp>
    <dsp:sp modelId="{127669DA-24A9-4191-B071-928AAE9DF1F9}">
      <dsp:nvSpPr>
        <dsp:cNvPr id="0" name=""/>
        <dsp:cNvSpPr/>
      </dsp:nvSpPr>
      <dsp:spPr>
        <a:xfrm>
          <a:off x="8667473" y="2630679"/>
          <a:ext cx="546386" cy="54638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8790410" y="2630679"/>
        <a:ext cx="300512" cy="41115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en-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E07CC510-56E4-4219-AB13-7262CDD19993}" type="datetimeFigureOut">
              <a:rPr lang="en-IL" smtClean="0"/>
              <a:t>02/04/2025</a:t>
            </a:fld>
            <a:endParaRPr lang="en-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en-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en-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B1EB5100-3F3F-4684-BF27-8BCA8A2A5A8E}" type="slidenum">
              <a:rPr lang="en-IL" smtClean="0"/>
              <a:t>‹#›</a:t>
            </a:fld>
            <a:endParaRPr lang="en-IL"/>
          </a:p>
        </p:txBody>
      </p:sp>
    </p:spTree>
    <p:extLst>
      <p:ext uri="{BB962C8B-B14F-4D97-AF65-F5344CB8AC3E}">
        <p14:creationId xmlns:p14="http://schemas.microsoft.com/office/powerpoint/2010/main" val="10305121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1</a:t>
            </a:fld>
            <a:endParaRPr lang="en-IL"/>
          </a:p>
        </p:txBody>
      </p:sp>
    </p:spTree>
    <p:extLst>
      <p:ext uri="{BB962C8B-B14F-4D97-AF65-F5344CB8AC3E}">
        <p14:creationId xmlns:p14="http://schemas.microsoft.com/office/powerpoint/2010/main" val="1833411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VisoSpeak is a deep learning tool that helps with lip reading using only visuals. Regular speech recognition doesn't work well in noisy places or when there's no sound. Also, many models are tied to specific languages. VisoSpeak fixes these issues by focusing only on lip movements, making it more private and accessible. Our project is built upon improving an existing lip-reading model from 2020, which had strong potential but needed enhancements. We refined its approach by making it more accurate and adaptable to different speaking styles</a:t>
            </a:r>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2</a:t>
            </a:fld>
            <a:endParaRPr lang="en-IL"/>
          </a:p>
        </p:txBody>
      </p:sp>
    </p:spTree>
    <p:extLst>
      <p:ext uri="{BB962C8B-B14F-4D97-AF65-F5344CB8AC3E}">
        <p14:creationId xmlns:p14="http://schemas.microsoft.com/office/powerpoint/2010/main" val="1171755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1"/>
              <a:t>We explored several existing projects in lip reading and identified three key models that have shaped this field.</a:t>
            </a:r>
            <a:endParaRPr lang="en-US"/>
          </a:p>
          <a:p>
            <a:pPr algn="l" rtl="0">
              <a:buFont typeface="+mj-lt"/>
              <a:buAutoNum type="arabicPeriod"/>
            </a:pPr>
            <a:r>
              <a:rPr lang="en-US" b="1" err="1"/>
              <a:t>LipNet</a:t>
            </a:r>
            <a:r>
              <a:rPr lang="en-US" b="1"/>
              <a:t> (2016) –</a:t>
            </a:r>
            <a:r>
              <a:rPr lang="en-US"/>
              <a:t> First end-to-end model, but low accuracy.</a:t>
            </a:r>
          </a:p>
          <a:p>
            <a:pPr algn="l" rtl="0">
              <a:buFont typeface="+mj-lt"/>
              <a:buAutoNum type="arabicPeriod"/>
            </a:pPr>
            <a:r>
              <a:rPr lang="en-US" b="1"/>
              <a:t>Lip Reading Sentences in the Wild (2017) –</a:t>
            </a:r>
            <a:r>
              <a:rPr lang="en-US"/>
              <a:t> Uses audio and video, not purely visual.</a:t>
            </a:r>
          </a:p>
          <a:p>
            <a:pPr algn="l" rtl="0">
              <a:buFont typeface="+mj-lt"/>
              <a:buAutoNum type="arabicPeriod"/>
            </a:pPr>
            <a:r>
              <a:rPr lang="en-US" b="1"/>
              <a:t>Lip Reading Sentences Using Deep Learning (2020) –</a:t>
            </a:r>
            <a:r>
              <a:rPr lang="en-US"/>
              <a:t> Fully visual but relies on fixed timestamps.</a:t>
            </a:r>
          </a:p>
          <a:p>
            <a:pPr algn="l" rtl="0"/>
            <a:r>
              <a:rPr lang="en-US"/>
              <a:t>Each of these projects contributed valuable advancements, but they also had limitations. </a:t>
            </a:r>
          </a:p>
          <a:p>
            <a:pPr algn="l" rtl="0"/>
            <a:r>
              <a:rPr lang="en-US" b="1"/>
              <a:t>We focused on the third model because it uses viseme classification, which makes it more flexible and adaptable for visual-only speech recognition</a:t>
            </a:r>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3</a:t>
            </a:fld>
            <a:endParaRPr lang="en-IL"/>
          </a:p>
        </p:txBody>
      </p:sp>
    </p:spTree>
    <p:extLst>
      <p:ext uri="{BB962C8B-B14F-4D97-AF65-F5344CB8AC3E}">
        <p14:creationId xmlns:p14="http://schemas.microsoft.com/office/powerpoint/2010/main" val="292122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a:t>The project we chose to improve is the </a:t>
            </a:r>
            <a:r>
              <a:rPr lang="en-US" b="1"/>
              <a:t>2020 lip-reading system</a:t>
            </a:r>
            <a:r>
              <a:rPr lang="en-US"/>
              <a:t>. We selected this model because it utilizes </a:t>
            </a:r>
            <a:r>
              <a:rPr lang="en-US" b="1"/>
              <a:t>viseme classification</a:t>
            </a:r>
            <a:r>
              <a:rPr lang="en-US"/>
              <a:t>, which makes it more flexible and adaptable for recognizing speech through visual cues. However, we identified a key weakness: it relies on </a:t>
            </a:r>
            <a:r>
              <a:rPr lang="en-US" b="1"/>
              <a:t>static timestamps</a:t>
            </a:r>
            <a:r>
              <a:rPr lang="en-US"/>
              <a:t> to segment speech, which limits its accuracy and adaptability.</a:t>
            </a:r>
          </a:p>
          <a:p>
            <a:pPr algn="l" rtl="0"/>
            <a:r>
              <a:rPr lang="en-US"/>
              <a:t>By replacing static timestamps with </a:t>
            </a:r>
            <a:r>
              <a:rPr lang="en-US" b="1"/>
              <a:t>dynamic timestamps</a:t>
            </a:r>
            <a:r>
              <a:rPr lang="en-US"/>
              <a:t>, we can make the system more responsive to different speaking speeds and improve overall accuracy. This enhancement makes the model more effective in real-world scenarios where speech patterns vary</a:t>
            </a:r>
          </a:p>
          <a:p>
            <a:pPr algn="l" rtl="0"/>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4</a:t>
            </a:fld>
            <a:endParaRPr lang="en-IL"/>
          </a:p>
        </p:txBody>
      </p:sp>
    </p:spTree>
    <p:extLst>
      <p:ext uri="{BB962C8B-B14F-4D97-AF65-F5344CB8AC3E}">
        <p14:creationId xmlns:p14="http://schemas.microsoft.com/office/powerpoint/2010/main" val="3212036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a:t>The old algorithm used </a:t>
            </a:r>
            <a:r>
              <a:rPr lang="en-US" b="1"/>
              <a:t>fixed timestamps</a:t>
            </a:r>
            <a:r>
              <a:rPr lang="en-US"/>
              <a:t> to detect </a:t>
            </a:r>
            <a:r>
              <a:rPr lang="en-US" b="1"/>
              <a:t>word boundaries</a:t>
            </a:r>
            <a:r>
              <a:rPr lang="en-US"/>
              <a:t>, meaning it followed a rigid timing structure that did not adjust based on the speaker’s natural pace. This caused errors, especially when people spoke too fast or too slow.</a:t>
            </a:r>
          </a:p>
          <a:p>
            <a:pPr algn="l" rtl="0"/>
            <a:r>
              <a:rPr lang="en-US"/>
              <a:t>Because the algorithm did not adapt to different speaking speeds, it often </a:t>
            </a:r>
            <a:r>
              <a:rPr lang="en-US" b="1"/>
              <a:t>incorrectly segmented words</a:t>
            </a:r>
            <a:r>
              <a:rPr lang="en-US"/>
              <a:t>, reducing its accuracy. This limitation made it less reliable in real-world scenarios</a:t>
            </a:r>
          </a:p>
        </p:txBody>
      </p:sp>
      <p:sp>
        <p:nvSpPr>
          <p:cNvPr id="4" name="Slide Number Placeholder 3"/>
          <p:cNvSpPr>
            <a:spLocks noGrp="1"/>
          </p:cNvSpPr>
          <p:nvPr>
            <p:ph type="sldNum" sz="quarter" idx="5"/>
          </p:nvPr>
        </p:nvSpPr>
        <p:spPr/>
        <p:txBody>
          <a:bodyPr/>
          <a:lstStyle/>
          <a:p>
            <a:fld id="{B1EB5100-3F3F-4684-BF27-8BCA8A2A5A8E}" type="slidenum">
              <a:rPr lang="en-IL" smtClean="0"/>
              <a:t>5</a:t>
            </a:fld>
            <a:endParaRPr lang="en-IL"/>
          </a:p>
        </p:txBody>
      </p:sp>
    </p:spTree>
    <p:extLst>
      <p:ext uri="{BB962C8B-B14F-4D97-AF65-F5344CB8AC3E}">
        <p14:creationId xmlns:p14="http://schemas.microsoft.com/office/powerpoint/2010/main" val="1029791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a:t>One of the biggest weaknesses of the previous approach was its reliance on </a:t>
            </a:r>
            <a:r>
              <a:rPr lang="en-US" b="1"/>
              <a:t>fixed timestamps</a:t>
            </a:r>
            <a:r>
              <a:rPr lang="en-US"/>
              <a:t>, which did not adjust to different speaking speeds. To solve this, we replaced them with </a:t>
            </a:r>
            <a:r>
              <a:rPr lang="en-US" b="1"/>
              <a:t>dynamic timestamps</a:t>
            </a:r>
            <a:r>
              <a:rPr lang="en-US"/>
              <a:t>, allowing the system to </a:t>
            </a:r>
            <a:r>
              <a:rPr lang="en-US" b="1"/>
              <a:t>adapt in real-time</a:t>
            </a:r>
            <a:r>
              <a:rPr lang="en-US"/>
              <a:t> to the speaker’s pace.</a:t>
            </a:r>
          </a:p>
          <a:p>
            <a:pPr algn="l" rtl="0"/>
            <a:r>
              <a:rPr lang="en-US"/>
              <a:t>To improve </a:t>
            </a:r>
            <a:r>
              <a:rPr lang="en-US" b="1"/>
              <a:t>word boundary detection</a:t>
            </a:r>
            <a:r>
              <a:rPr lang="en-US"/>
              <a:t>, we introduced </a:t>
            </a:r>
            <a:r>
              <a:rPr lang="en-US" b="1"/>
              <a:t>8 new variables</a:t>
            </a:r>
            <a:r>
              <a:rPr lang="en-US"/>
              <a:t> that help calculate the </a:t>
            </a:r>
            <a:r>
              <a:rPr lang="en-US" b="1"/>
              <a:t>average time between words and letters for each user</a:t>
            </a:r>
            <a:r>
              <a:rPr lang="en-US"/>
              <a:t>. This personalized approach ensures </a:t>
            </a:r>
            <a:r>
              <a:rPr lang="en-US" b="1"/>
              <a:t>better segmentation and higher accuracy</a:t>
            </a:r>
            <a:r>
              <a:rPr lang="en-US"/>
              <a:t>, making the system more effective in real-world scenarios.</a:t>
            </a:r>
          </a:p>
          <a:p>
            <a:pPr algn="l" rtl="0"/>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6</a:t>
            </a:fld>
            <a:endParaRPr lang="en-IL"/>
          </a:p>
        </p:txBody>
      </p:sp>
    </p:spTree>
    <p:extLst>
      <p:ext uri="{BB962C8B-B14F-4D97-AF65-F5344CB8AC3E}">
        <p14:creationId xmlns:p14="http://schemas.microsoft.com/office/powerpoint/2010/main" val="2714560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l"/>
            <a:r>
              <a:rPr lang="en-GB"/>
              <a:t>we see the full process flow of our system. The flow begins with the video upload and progresses through each stage until we reach the final output. Let’s now break down each step and explain how the algorithms work in detail.</a:t>
            </a:r>
          </a:p>
          <a:p>
            <a:pPr algn="l"/>
            <a:r>
              <a:rPr lang="en-GB"/>
              <a:t>The first step in the process is simply uploading the video. This is the starting point, where the user provides the video file in MP4 format. There's no complex algorithm involved here; it's just an I/O operation to upload the file. The time complexity here is O(1), as it’s independent of the video size.</a:t>
            </a:r>
            <a:endParaRPr lang="en-IL"/>
          </a:p>
        </p:txBody>
      </p:sp>
      <p:sp>
        <p:nvSpPr>
          <p:cNvPr id="4" name="מציין מיקום של מספר שקופית 3"/>
          <p:cNvSpPr>
            <a:spLocks noGrp="1"/>
          </p:cNvSpPr>
          <p:nvPr>
            <p:ph type="sldNum" sz="quarter" idx="5"/>
          </p:nvPr>
        </p:nvSpPr>
        <p:spPr/>
        <p:txBody>
          <a:bodyPr/>
          <a:lstStyle/>
          <a:p>
            <a:fld id="{B1EB5100-3F3F-4684-BF27-8BCA8A2A5A8E}" type="slidenum">
              <a:rPr lang="en-IL" smtClean="0"/>
              <a:t>7</a:t>
            </a:fld>
            <a:endParaRPr lang="en-IL"/>
          </a:p>
        </p:txBody>
      </p:sp>
    </p:spTree>
    <p:extLst>
      <p:ext uri="{BB962C8B-B14F-4D97-AF65-F5344CB8AC3E}">
        <p14:creationId xmlns:p14="http://schemas.microsoft.com/office/powerpoint/2010/main" val="1364437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23CC1-93B3-A38B-CCA3-B6D963238E3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C0972FB-53F9-65EC-AC58-718F5EC05204}"/>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E0AE2CEB-5F5A-C74D-FAF1-6081269240A4}"/>
              </a:ext>
            </a:extLst>
          </p:cNvPr>
          <p:cNvSpPr>
            <a:spLocks noGrp="1"/>
          </p:cNvSpPr>
          <p:nvPr>
            <p:ph type="body" idx="1"/>
          </p:nvPr>
        </p:nvSpPr>
        <p:spPr/>
        <p:txBody>
          <a:bodyPr/>
          <a:lstStyle/>
          <a:p>
            <a:pPr algn="l"/>
            <a:r>
              <a:rPr lang="en-GB"/>
              <a:t>The second step is face detection. We use the </a:t>
            </a:r>
            <a:r>
              <a:rPr lang="en-GB" b="1"/>
              <a:t>Single Shot MultiBox Detector (SSD)</a:t>
            </a:r>
            <a:r>
              <a:rPr lang="en-GB"/>
              <a:t> algorithm, a deep learning-based model that detects faces within the video frames. SSD is efficient and fast, and it works by sliding over the image at different scales. The time complexity for face detection is O(n * m), where </a:t>
            </a:r>
            <a:r>
              <a:rPr lang="en-GB" b="1"/>
              <a:t>n</a:t>
            </a:r>
            <a:r>
              <a:rPr lang="en-GB"/>
              <a:t> is the number of frames and </a:t>
            </a:r>
            <a:r>
              <a:rPr lang="en-GB" b="1"/>
              <a:t>m</a:t>
            </a:r>
            <a:r>
              <a:rPr lang="en-GB"/>
              <a:t> is the number of pixels in each frame.</a:t>
            </a:r>
            <a:endParaRPr lang="en-IL"/>
          </a:p>
        </p:txBody>
      </p:sp>
      <p:sp>
        <p:nvSpPr>
          <p:cNvPr id="4" name="מציין מיקום של מספר שקופית 3">
            <a:extLst>
              <a:ext uri="{FF2B5EF4-FFF2-40B4-BE49-F238E27FC236}">
                <a16:creationId xmlns:a16="http://schemas.microsoft.com/office/drawing/2014/main" id="{109622E8-4667-A370-CD5C-1930458786D2}"/>
              </a:ext>
            </a:extLst>
          </p:cNvPr>
          <p:cNvSpPr>
            <a:spLocks noGrp="1"/>
          </p:cNvSpPr>
          <p:nvPr>
            <p:ph type="sldNum" sz="quarter" idx="5"/>
          </p:nvPr>
        </p:nvSpPr>
        <p:spPr/>
        <p:txBody>
          <a:bodyPr/>
          <a:lstStyle/>
          <a:p>
            <a:fld id="{B1EB5100-3F3F-4684-BF27-8BCA8A2A5A8E}" type="slidenum">
              <a:rPr lang="en-IL" smtClean="0"/>
              <a:t>8</a:t>
            </a:fld>
            <a:endParaRPr lang="en-IL"/>
          </a:p>
        </p:txBody>
      </p:sp>
    </p:spTree>
    <p:extLst>
      <p:ext uri="{BB962C8B-B14F-4D97-AF65-F5344CB8AC3E}">
        <p14:creationId xmlns:p14="http://schemas.microsoft.com/office/powerpoint/2010/main" val="224469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EBE1D-BB93-FD64-A8D7-0A849559F7A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076CFFD-7A0C-F660-F237-F839E8869D9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A82DA838-791C-2EA5-0FAC-0D60FAA26472}"/>
              </a:ext>
            </a:extLst>
          </p:cNvPr>
          <p:cNvSpPr>
            <a:spLocks noGrp="1"/>
          </p:cNvSpPr>
          <p:nvPr>
            <p:ph type="body" idx="1"/>
          </p:nvPr>
        </p:nvSpPr>
        <p:spPr/>
        <p:txBody>
          <a:bodyPr/>
          <a:lstStyle/>
          <a:p>
            <a:pPr algn="l"/>
            <a:r>
              <a:rPr lang="en-GB"/>
              <a:t>After detecting the face, the next step is lip detection. We focus on identifying the lip region in the video. This is done using a </a:t>
            </a:r>
            <a:r>
              <a:rPr lang="en-GB" b="1"/>
              <a:t>CNN</a:t>
            </a:r>
            <a:r>
              <a:rPr lang="en-GB"/>
              <a:t> (Convolutional Neural Network), a deep learning technique that helps us identify key facial landmarks. The time complexity for lip detection is O(n * m * d), where </a:t>
            </a:r>
            <a:r>
              <a:rPr lang="en-GB" b="1"/>
              <a:t>d</a:t>
            </a:r>
            <a:r>
              <a:rPr lang="en-GB"/>
              <a:t> is the number of landmarks detected, and this step ensures that we focus only on the lips for further analysis."</a:t>
            </a:r>
            <a:endParaRPr lang="en-IL"/>
          </a:p>
        </p:txBody>
      </p:sp>
      <p:sp>
        <p:nvSpPr>
          <p:cNvPr id="4" name="מציין מיקום של מספר שקופית 3">
            <a:extLst>
              <a:ext uri="{FF2B5EF4-FFF2-40B4-BE49-F238E27FC236}">
                <a16:creationId xmlns:a16="http://schemas.microsoft.com/office/drawing/2014/main" id="{2EC50C21-F9EC-D215-6C87-6634F8489235}"/>
              </a:ext>
            </a:extLst>
          </p:cNvPr>
          <p:cNvSpPr>
            <a:spLocks noGrp="1"/>
          </p:cNvSpPr>
          <p:nvPr>
            <p:ph type="sldNum" sz="quarter" idx="5"/>
          </p:nvPr>
        </p:nvSpPr>
        <p:spPr/>
        <p:txBody>
          <a:bodyPr/>
          <a:lstStyle/>
          <a:p>
            <a:fld id="{B1EB5100-3F3F-4684-BF27-8BCA8A2A5A8E}" type="slidenum">
              <a:rPr lang="en-IL" smtClean="0"/>
              <a:t>9</a:t>
            </a:fld>
            <a:endParaRPr lang="en-IL"/>
          </a:p>
        </p:txBody>
      </p:sp>
    </p:spTree>
    <p:extLst>
      <p:ext uri="{BB962C8B-B14F-4D97-AF65-F5344CB8AC3E}">
        <p14:creationId xmlns:p14="http://schemas.microsoft.com/office/powerpoint/2010/main" val="3887986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F6DF1-837B-3948-F219-CA1ECADBC046}"/>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7771A13-6DD7-4B87-D2E8-A12BBDDC6B2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10CB815C-319C-FE98-065D-900885219C9C}"/>
              </a:ext>
            </a:extLst>
          </p:cNvPr>
          <p:cNvSpPr>
            <a:spLocks noGrp="1"/>
          </p:cNvSpPr>
          <p:nvPr>
            <p:ph type="body" idx="1"/>
          </p:nvPr>
        </p:nvSpPr>
        <p:spPr/>
        <p:txBody>
          <a:bodyPr/>
          <a:lstStyle/>
          <a:p>
            <a:pPr algn="l"/>
            <a:r>
              <a:rPr lang="en-GB"/>
              <a:t>Now that we’ve detected the lips, we preprocess the frames. This involves converting the video frames to grayscale, normalizing pixel values, and cropping to focus on the lip region. This preprocessing step ensures that the model can focus on the relevant parts of the video, reducing noise and improving accuracy. The time complexity is O(n * m), where </a:t>
            </a:r>
            <a:r>
              <a:rPr lang="en-GB" b="1"/>
              <a:t>n</a:t>
            </a:r>
            <a:r>
              <a:rPr lang="en-GB"/>
              <a:t> is the number of frames and </a:t>
            </a:r>
            <a:r>
              <a:rPr lang="en-GB" b="1"/>
              <a:t>m</a:t>
            </a:r>
            <a:r>
              <a:rPr lang="en-GB"/>
              <a:t> is the number of pixels per frame.</a:t>
            </a:r>
            <a:endParaRPr lang="en-IL"/>
          </a:p>
        </p:txBody>
      </p:sp>
      <p:sp>
        <p:nvSpPr>
          <p:cNvPr id="4" name="מציין מיקום של מספר שקופית 3">
            <a:extLst>
              <a:ext uri="{FF2B5EF4-FFF2-40B4-BE49-F238E27FC236}">
                <a16:creationId xmlns:a16="http://schemas.microsoft.com/office/drawing/2014/main" id="{2F880C67-6D2C-7EC0-287E-5370EDA3D8FC}"/>
              </a:ext>
            </a:extLst>
          </p:cNvPr>
          <p:cNvSpPr>
            <a:spLocks noGrp="1"/>
          </p:cNvSpPr>
          <p:nvPr>
            <p:ph type="sldNum" sz="quarter" idx="5"/>
          </p:nvPr>
        </p:nvSpPr>
        <p:spPr/>
        <p:txBody>
          <a:bodyPr/>
          <a:lstStyle/>
          <a:p>
            <a:fld id="{B1EB5100-3F3F-4684-BF27-8BCA8A2A5A8E}" type="slidenum">
              <a:rPr lang="en-IL" smtClean="0"/>
              <a:t>10</a:t>
            </a:fld>
            <a:endParaRPr lang="en-IL"/>
          </a:p>
        </p:txBody>
      </p:sp>
    </p:spTree>
    <p:extLst>
      <p:ext uri="{BB962C8B-B14F-4D97-AF65-F5344CB8AC3E}">
        <p14:creationId xmlns:p14="http://schemas.microsoft.com/office/powerpoint/2010/main" val="3212595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40815-9803-215D-24DD-5A4BDCFC0FF8}"/>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483349A-DE84-7CAB-B160-9237987D839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F30E96B6-20FA-9048-4DDB-6A17FAF4057F}"/>
              </a:ext>
            </a:extLst>
          </p:cNvPr>
          <p:cNvSpPr>
            <a:spLocks noGrp="1"/>
          </p:cNvSpPr>
          <p:nvPr>
            <p:ph type="body" idx="1"/>
          </p:nvPr>
        </p:nvSpPr>
        <p:spPr/>
        <p:txBody>
          <a:bodyPr/>
          <a:lstStyle/>
          <a:p>
            <a:pPr algn="l"/>
            <a:r>
              <a:rPr lang="en-GB"/>
              <a:t>The next step is feature extraction. We use </a:t>
            </a:r>
            <a:r>
              <a:rPr lang="en-GB" b="1"/>
              <a:t>3D-CNN</a:t>
            </a:r>
            <a:r>
              <a:rPr lang="en-GB"/>
              <a:t> (3D Convolutional Neural Networks) to capture spatial and temporal features across consecutive frames. This allows the system to understand the movement and context over time. Additionally, we use </a:t>
            </a:r>
            <a:r>
              <a:rPr lang="en-GB" b="1"/>
              <a:t>2D-ResNet</a:t>
            </a:r>
            <a:r>
              <a:rPr lang="en-GB"/>
              <a:t>, a deep network architecture, for dimensionality reduction. This reduces the complexity of the features while retaining important visual information. The time complexity for 3D-CNN is O(n * m * f * k), where </a:t>
            </a:r>
            <a:r>
              <a:rPr lang="en-GB" b="1"/>
              <a:t>f</a:t>
            </a:r>
            <a:r>
              <a:rPr lang="en-GB"/>
              <a:t> is the filter size and </a:t>
            </a:r>
            <a:r>
              <a:rPr lang="en-GB" b="1"/>
              <a:t>k</a:t>
            </a:r>
            <a:r>
              <a:rPr lang="en-GB"/>
              <a:t> is the number of filters. For </a:t>
            </a:r>
            <a:r>
              <a:rPr lang="en-GB" err="1"/>
              <a:t>ResNet</a:t>
            </a:r>
            <a:r>
              <a:rPr lang="en-GB"/>
              <a:t>, it's O(n * m * d), where </a:t>
            </a:r>
            <a:r>
              <a:rPr lang="en-GB" b="1"/>
              <a:t>d</a:t>
            </a:r>
            <a:r>
              <a:rPr lang="en-GB"/>
              <a:t> is the feature dimension.</a:t>
            </a:r>
          </a:p>
          <a:p>
            <a:pPr algn="l"/>
            <a:r>
              <a:rPr lang="en-GB"/>
              <a:t>We dynamically adjust the </a:t>
            </a:r>
            <a:r>
              <a:rPr lang="en-GB" b="1"/>
              <a:t>timing variables</a:t>
            </a:r>
            <a:r>
              <a:rPr lang="en-GB"/>
              <a:t> such as </a:t>
            </a:r>
            <a:r>
              <a:rPr lang="en-GB" b="1"/>
              <a:t>Space Between Letters (SBL)</a:t>
            </a:r>
            <a:r>
              <a:rPr lang="en-GB"/>
              <a:t> and </a:t>
            </a:r>
            <a:r>
              <a:rPr lang="en-GB" b="1"/>
              <a:t>Space Between Words (SBW)</a:t>
            </a:r>
            <a:r>
              <a:rPr lang="en-GB"/>
              <a:t> based on the speaking speed. If the speaker talks quickly, we compress the space between letters and words; if the speaker talks slowly, we expand those spaces. This allows the system to be more accurate when processing frames at different paces</a:t>
            </a:r>
            <a:endParaRPr lang="en-IL"/>
          </a:p>
        </p:txBody>
      </p:sp>
      <p:sp>
        <p:nvSpPr>
          <p:cNvPr id="4" name="מציין מיקום של מספר שקופית 3">
            <a:extLst>
              <a:ext uri="{FF2B5EF4-FFF2-40B4-BE49-F238E27FC236}">
                <a16:creationId xmlns:a16="http://schemas.microsoft.com/office/drawing/2014/main" id="{03179FB7-29A2-84C5-0409-6235903D4FF9}"/>
              </a:ext>
            </a:extLst>
          </p:cNvPr>
          <p:cNvSpPr>
            <a:spLocks noGrp="1"/>
          </p:cNvSpPr>
          <p:nvPr>
            <p:ph type="sldNum" sz="quarter" idx="5"/>
          </p:nvPr>
        </p:nvSpPr>
        <p:spPr/>
        <p:txBody>
          <a:bodyPr/>
          <a:lstStyle/>
          <a:p>
            <a:fld id="{B1EB5100-3F3F-4684-BF27-8BCA8A2A5A8E}" type="slidenum">
              <a:rPr lang="en-IL" smtClean="0"/>
              <a:t>11</a:t>
            </a:fld>
            <a:endParaRPr lang="en-IL"/>
          </a:p>
        </p:txBody>
      </p:sp>
    </p:spTree>
    <p:extLst>
      <p:ext uri="{BB962C8B-B14F-4D97-AF65-F5344CB8AC3E}">
        <p14:creationId xmlns:p14="http://schemas.microsoft.com/office/powerpoint/2010/main" val="38550551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C10E0-1290-4AD8-A81E-D784A7156638}"/>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A351F17-3BF0-4241-A218-21EC7980E627}"/>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759A2B05-109C-A9BC-A562-E3BE22193DA6}"/>
              </a:ext>
            </a:extLst>
          </p:cNvPr>
          <p:cNvSpPr>
            <a:spLocks noGrp="1"/>
          </p:cNvSpPr>
          <p:nvPr>
            <p:ph type="body" idx="1"/>
          </p:nvPr>
        </p:nvSpPr>
        <p:spPr/>
        <p:txBody>
          <a:bodyPr/>
          <a:lstStyle/>
          <a:p>
            <a:pPr algn="l"/>
            <a:r>
              <a:rPr lang="en-GB"/>
              <a:t>Once the features are extracted, we move to </a:t>
            </a:r>
            <a:r>
              <a:rPr lang="en-GB" b="1"/>
              <a:t>viseme classification</a:t>
            </a:r>
            <a:r>
              <a:rPr lang="en-GB"/>
              <a:t>. Here, we use a </a:t>
            </a:r>
            <a:r>
              <a:rPr lang="en-GB" b="1"/>
              <a:t>Transformer</a:t>
            </a:r>
            <a:r>
              <a:rPr lang="en-GB"/>
              <a:t> model to process the features and classify them into visemes. Visemes are visual representations of phonemes, and the Transformer helps us understand the relationship between them over time. The time complexity of the Transformer model is O(n * d * T), where </a:t>
            </a:r>
            <a:r>
              <a:rPr lang="en-GB" b="1"/>
              <a:t>n</a:t>
            </a:r>
            <a:r>
              <a:rPr lang="en-GB"/>
              <a:t> is the number of frames, </a:t>
            </a:r>
            <a:r>
              <a:rPr lang="en-GB" b="1"/>
              <a:t>d</a:t>
            </a:r>
            <a:r>
              <a:rPr lang="en-GB"/>
              <a:t> is the feature dimension, and </a:t>
            </a:r>
            <a:r>
              <a:rPr lang="en-GB" b="1"/>
              <a:t>T</a:t>
            </a:r>
            <a:r>
              <a:rPr lang="en-GB"/>
              <a:t> is the number of layers in the model. The system classifies visemes using a </a:t>
            </a:r>
            <a:r>
              <a:rPr lang="en-GB" b="1"/>
              <a:t>Transformer</a:t>
            </a:r>
            <a:r>
              <a:rPr lang="en-GB"/>
              <a:t> model. The key improvement here is </a:t>
            </a:r>
            <a:r>
              <a:rPr lang="en-GB" b="1"/>
              <a:t>dynamic timing</a:t>
            </a:r>
            <a:r>
              <a:rPr lang="en-GB"/>
              <a:t>. For instance, the system dynamically adjusts the </a:t>
            </a:r>
            <a:r>
              <a:rPr lang="en-GB" b="1"/>
              <a:t>Space Between Letters (SBL)</a:t>
            </a:r>
            <a:r>
              <a:rPr lang="en-GB"/>
              <a:t> and </a:t>
            </a:r>
            <a:r>
              <a:rPr lang="en-GB" b="1"/>
              <a:t>Space Between Words (SBW)</a:t>
            </a:r>
            <a:r>
              <a:rPr lang="en-GB"/>
              <a:t> based on speaking speed. This allows the model to recognize faster or slower speech more accurately.</a:t>
            </a:r>
          </a:p>
        </p:txBody>
      </p:sp>
      <p:sp>
        <p:nvSpPr>
          <p:cNvPr id="4" name="מציין מיקום של מספר שקופית 3">
            <a:extLst>
              <a:ext uri="{FF2B5EF4-FFF2-40B4-BE49-F238E27FC236}">
                <a16:creationId xmlns:a16="http://schemas.microsoft.com/office/drawing/2014/main" id="{178D6350-B120-1CEB-F460-F22BB33454B9}"/>
              </a:ext>
            </a:extLst>
          </p:cNvPr>
          <p:cNvSpPr>
            <a:spLocks noGrp="1"/>
          </p:cNvSpPr>
          <p:nvPr>
            <p:ph type="sldNum" sz="quarter" idx="5"/>
          </p:nvPr>
        </p:nvSpPr>
        <p:spPr/>
        <p:txBody>
          <a:bodyPr/>
          <a:lstStyle/>
          <a:p>
            <a:fld id="{B1EB5100-3F3F-4684-BF27-8BCA8A2A5A8E}" type="slidenum">
              <a:rPr lang="en-IL" smtClean="0"/>
              <a:t>12</a:t>
            </a:fld>
            <a:endParaRPr lang="en-IL"/>
          </a:p>
        </p:txBody>
      </p:sp>
    </p:spTree>
    <p:extLst>
      <p:ext uri="{BB962C8B-B14F-4D97-AF65-F5344CB8AC3E}">
        <p14:creationId xmlns:p14="http://schemas.microsoft.com/office/powerpoint/2010/main" val="42868543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D8102-9AA0-79EC-A4CD-1878533CC7FB}"/>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9D95FA7-77A0-1614-812C-189E843CC06C}"/>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CBA80659-F0F8-4297-EBC3-5E1C0783CC31}"/>
              </a:ext>
            </a:extLst>
          </p:cNvPr>
          <p:cNvSpPr>
            <a:spLocks noGrp="1"/>
          </p:cNvSpPr>
          <p:nvPr>
            <p:ph type="body" idx="1"/>
          </p:nvPr>
        </p:nvSpPr>
        <p:spPr/>
        <p:txBody>
          <a:bodyPr/>
          <a:lstStyle/>
          <a:p>
            <a:pPr algn="l"/>
            <a:r>
              <a:rPr lang="en-GB"/>
              <a:t>Now we come to </a:t>
            </a:r>
            <a:r>
              <a:rPr lang="en-GB" b="1"/>
              <a:t>sentence reconstruction</a:t>
            </a:r>
            <a:r>
              <a:rPr lang="en-GB"/>
              <a:t>. We use </a:t>
            </a:r>
            <a:r>
              <a:rPr lang="en-GB" b="1"/>
              <a:t>Beam Search</a:t>
            </a:r>
            <a:r>
              <a:rPr lang="en-GB"/>
              <a:t>, a search algorithm, to find the most likely sequence of words based on the visemes. Beam Search evaluates multiple possible sequences and selects the one with the highest probability, improving the overall accuracy of word and sentence detection. The time complexity for Beam Search is O(v * p), where </a:t>
            </a:r>
            <a:r>
              <a:rPr lang="en-GB" b="1"/>
              <a:t>v</a:t>
            </a:r>
            <a:r>
              <a:rPr lang="en-GB"/>
              <a:t> is the vocabulary size and </a:t>
            </a:r>
            <a:r>
              <a:rPr lang="en-GB" b="1"/>
              <a:t>p</a:t>
            </a:r>
            <a:r>
              <a:rPr lang="en-GB"/>
              <a:t> is the number of possible word combinations.</a:t>
            </a:r>
            <a:endParaRPr lang="en-IL"/>
          </a:p>
        </p:txBody>
      </p:sp>
      <p:sp>
        <p:nvSpPr>
          <p:cNvPr id="4" name="מציין מיקום של מספר שקופית 3">
            <a:extLst>
              <a:ext uri="{FF2B5EF4-FFF2-40B4-BE49-F238E27FC236}">
                <a16:creationId xmlns:a16="http://schemas.microsoft.com/office/drawing/2014/main" id="{EDBB2CFB-B529-02BF-AC20-5CD2446744DD}"/>
              </a:ext>
            </a:extLst>
          </p:cNvPr>
          <p:cNvSpPr>
            <a:spLocks noGrp="1"/>
          </p:cNvSpPr>
          <p:nvPr>
            <p:ph type="sldNum" sz="quarter" idx="5"/>
          </p:nvPr>
        </p:nvSpPr>
        <p:spPr/>
        <p:txBody>
          <a:bodyPr/>
          <a:lstStyle/>
          <a:p>
            <a:fld id="{B1EB5100-3F3F-4684-BF27-8BCA8A2A5A8E}" type="slidenum">
              <a:rPr lang="en-IL" smtClean="0"/>
              <a:t>13</a:t>
            </a:fld>
            <a:endParaRPr lang="en-IL"/>
          </a:p>
        </p:txBody>
      </p:sp>
    </p:spTree>
    <p:extLst>
      <p:ext uri="{BB962C8B-B14F-4D97-AF65-F5344CB8AC3E}">
        <p14:creationId xmlns:p14="http://schemas.microsoft.com/office/powerpoint/2010/main" val="2344613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0BC58-1B49-0B59-C86F-A49098E395A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800E88EC-3D12-24DC-D7D6-5436E3ED6E74}"/>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5BABFDC-6428-0376-FD08-3715B28FB41F}"/>
              </a:ext>
            </a:extLst>
          </p:cNvPr>
          <p:cNvSpPr>
            <a:spLocks noGrp="1"/>
          </p:cNvSpPr>
          <p:nvPr>
            <p:ph type="body" idx="1"/>
          </p:nvPr>
        </p:nvSpPr>
        <p:spPr/>
        <p:txBody>
          <a:bodyPr/>
          <a:lstStyle/>
          <a:p>
            <a:pPr algn="l"/>
            <a:r>
              <a:rPr lang="en-US"/>
              <a:t>Summary of time complexity</a:t>
            </a:r>
            <a:endParaRPr lang="en-IL"/>
          </a:p>
        </p:txBody>
      </p:sp>
      <p:sp>
        <p:nvSpPr>
          <p:cNvPr id="4" name="מציין מיקום של מספר שקופית 3">
            <a:extLst>
              <a:ext uri="{FF2B5EF4-FFF2-40B4-BE49-F238E27FC236}">
                <a16:creationId xmlns:a16="http://schemas.microsoft.com/office/drawing/2014/main" id="{795444ED-5E9C-0CC7-68C5-420FFE4C2996}"/>
              </a:ext>
            </a:extLst>
          </p:cNvPr>
          <p:cNvSpPr>
            <a:spLocks noGrp="1"/>
          </p:cNvSpPr>
          <p:nvPr>
            <p:ph type="sldNum" sz="quarter" idx="5"/>
          </p:nvPr>
        </p:nvSpPr>
        <p:spPr/>
        <p:txBody>
          <a:bodyPr/>
          <a:lstStyle/>
          <a:p>
            <a:fld id="{B1EB5100-3F3F-4684-BF27-8BCA8A2A5A8E}" type="slidenum">
              <a:rPr lang="en-IL" smtClean="0"/>
              <a:t>14</a:t>
            </a:fld>
            <a:endParaRPr lang="en-IL"/>
          </a:p>
        </p:txBody>
      </p:sp>
    </p:spTree>
    <p:extLst>
      <p:ext uri="{BB962C8B-B14F-4D97-AF65-F5344CB8AC3E}">
        <p14:creationId xmlns:p14="http://schemas.microsoft.com/office/powerpoint/2010/main" val="3486050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improvements </a:t>
            </a:r>
            <a:r>
              <a:rPr lang="en-US" b="1"/>
              <a:t>enhance word boundary detection</a:t>
            </a:r>
            <a:r>
              <a:rPr lang="en-US"/>
              <a:t> and </a:t>
            </a:r>
            <a:r>
              <a:rPr lang="en-US" b="1"/>
              <a:t>sentence accuracy</a:t>
            </a:r>
            <a:r>
              <a:rPr lang="en-US"/>
              <a:t>, making the system </a:t>
            </a:r>
            <a:r>
              <a:rPr lang="en-US" b="1"/>
              <a:t>adapt to different speaking speeds</a:t>
            </a:r>
            <a:r>
              <a:rPr lang="en-US"/>
              <a:t>. These changes </a:t>
            </a:r>
            <a:r>
              <a:rPr lang="en-US" b="1"/>
              <a:t>improve real-world performance</a:t>
            </a:r>
            <a:r>
              <a:rPr lang="en-US"/>
              <a:t> and reliability.</a:t>
            </a:r>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17</a:t>
            </a:fld>
            <a:endParaRPr lang="en-IL"/>
          </a:p>
        </p:txBody>
      </p:sp>
    </p:spTree>
    <p:extLst>
      <p:ext uri="{BB962C8B-B14F-4D97-AF65-F5344CB8AC3E}">
        <p14:creationId xmlns:p14="http://schemas.microsoft.com/office/powerpoint/2010/main" val="746225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a:t>This </a:t>
            </a:r>
            <a:r>
              <a:rPr lang="en-US" b="1"/>
              <a:t>Use Case Diagram</a:t>
            </a:r>
            <a:r>
              <a:rPr lang="en-US"/>
              <a:t> represents the main interactions a user has with the </a:t>
            </a:r>
            <a:r>
              <a:rPr lang="en-US" b="1"/>
              <a:t>VisoSpeak system</a:t>
            </a:r>
            <a:r>
              <a:rPr lang="en-US"/>
              <a:t>.</a:t>
            </a:r>
          </a:p>
          <a:p>
            <a:pPr algn="l" rtl="0">
              <a:buFont typeface="Arial" panose="020B0604020202020204" pitchFamily="34" charset="0"/>
              <a:buChar char="•"/>
            </a:pPr>
            <a:r>
              <a:rPr lang="en-US"/>
              <a:t>The </a:t>
            </a:r>
            <a:r>
              <a:rPr lang="en-US" b="1"/>
              <a:t>user</a:t>
            </a:r>
            <a:r>
              <a:rPr lang="en-US"/>
              <a:t> can </a:t>
            </a:r>
            <a:r>
              <a:rPr lang="en-US" b="1"/>
              <a:t>upload a video</a:t>
            </a:r>
            <a:r>
              <a:rPr lang="en-US"/>
              <a:t> either by </a:t>
            </a:r>
            <a:r>
              <a:rPr lang="en-US" b="1"/>
              <a:t>pressing the upload button</a:t>
            </a:r>
            <a:r>
              <a:rPr lang="en-US"/>
              <a:t> or by </a:t>
            </a:r>
            <a:r>
              <a:rPr lang="en-US" b="1"/>
              <a:t>dragging and dropping a file</a:t>
            </a:r>
            <a:r>
              <a:rPr lang="en-US"/>
              <a:t> into the system.</a:t>
            </a:r>
          </a:p>
          <a:p>
            <a:pPr algn="l" rtl="0">
              <a:buFont typeface="Arial" panose="020B0604020202020204" pitchFamily="34" charset="0"/>
              <a:buChar char="•"/>
            </a:pPr>
            <a:r>
              <a:rPr lang="en-US"/>
              <a:t>Once the video is uploaded, the user can </a:t>
            </a:r>
            <a:r>
              <a:rPr lang="en-US" b="1"/>
              <a:t>press the analyze button</a:t>
            </a:r>
            <a:r>
              <a:rPr lang="en-US"/>
              <a:t>, which triggers the </a:t>
            </a:r>
            <a:r>
              <a:rPr lang="en-US" b="1"/>
              <a:t>analyze video</a:t>
            </a:r>
            <a:r>
              <a:rPr lang="en-US"/>
              <a:t> process.</a:t>
            </a:r>
          </a:p>
          <a:p>
            <a:pPr algn="l" rtl="0">
              <a:buFont typeface="Arial" panose="020B0604020202020204" pitchFamily="34" charset="0"/>
              <a:buChar char="•"/>
            </a:pPr>
            <a:r>
              <a:rPr lang="en-US"/>
              <a:t>After analysis, the system allows the user to </a:t>
            </a:r>
            <a:r>
              <a:rPr lang="en-US" b="1"/>
              <a:t>print the results</a:t>
            </a:r>
            <a:r>
              <a:rPr lang="en-US"/>
              <a:t> or </a:t>
            </a:r>
            <a:r>
              <a:rPr lang="en-US" b="1"/>
              <a:t>save them</a:t>
            </a:r>
            <a:r>
              <a:rPr lang="en-US"/>
              <a:t> for future reference.</a:t>
            </a:r>
          </a:p>
          <a:p>
            <a:pPr algn="l" rtl="0">
              <a:buFont typeface="Arial" panose="020B0604020202020204" pitchFamily="34" charset="0"/>
              <a:buChar char="•"/>
            </a:pPr>
            <a:r>
              <a:rPr lang="en-US"/>
              <a:t>There is also a </a:t>
            </a:r>
            <a:r>
              <a:rPr lang="en-US" b="1"/>
              <a:t>back button</a:t>
            </a:r>
            <a:r>
              <a:rPr lang="en-US"/>
              <a:t> that lets users navigate the interface smoothly.</a:t>
            </a:r>
          </a:p>
          <a:p>
            <a:pPr algn="l" rtl="0"/>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18</a:t>
            </a:fld>
            <a:endParaRPr lang="en-IL"/>
          </a:p>
        </p:txBody>
      </p:sp>
    </p:spTree>
    <p:extLst>
      <p:ext uri="{BB962C8B-B14F-4D97-AF65-F5344CB8AC3E}">
        <p14:creationId xmlns:p14="http://schemas.microsoft.com/office/powerpoint/2010/main" val="1033590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IL"/>
          </a:p>
        </p:txBody>
      </p:sp>
      <p:sp>
        <p:nvSpPr>
          <p:cNvPr id="4" name="מציין מיקום של מספר שקופית 3"/>
          <p:cNvSpPr>
            <a:spLocks noGrp="1"/>
          </p:cNvSpPr>
          <p:nvPr>
            <p:ph type="sldNum" sz="quarter" idx="5"/>
          </p:nvPr>
        </p:nvSpPr>
        <p:spPr/>
        <p:txBody>
          <a:bodyPr/>
          <a:lstStyle/>
          <a:p>
            <a:fld id="{B1EB5100-3F3F-4684-BF27-8BCA8A2A5A8E}" type="slidenum">
              <a:rPr lang="en-IL" smtClean="0"/>
              <a:t>19</a:t>
            </a:fld>
            <a:endParaRPr lang="en-IL"/>
          </a:p>
        </p:txBody>
      </p:sp>
    </p:spTree>
    <p:extLst>
      <p:ext uri="{BB962C8B-B14F-4D97-AF65-F5344CB8AC3E}">
        <p14:creationId xmlns:p14="http://schemas.microsoft.com/office/powerpoint/2010/main" val="2572058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rgbClr val="FFFFFF"/>
                </a:solidFill>
              </a:defRPr>
            </a:lvl1pPr>
          </a:lstStyle>
          <a:p>
            <a:fld id="{FE79CB4D-7A72-407C-A8A2-76AA3123B132}" type="datetime8">
              <a:rPr lang="en-IL" smtClean="0"/>
              <a:t>02/04/2025 01:38</a:t>
            </a:fld>
            <a:endParaRPr lang="en-IL"/>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L"/>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35B17FB-6829-41EE-A149-E4AC190BB076}" type="slidenum">
              <a:rPr lang="en-IL" smtClean="0"/>
              <a:t>‹#›</a:t>
            </a:fld>
            <a:endParaRPr lang="en-IL"/>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197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9F0494-3B2B-435C-9EEE-8328F842236C}" type="datetime8">
              <a:rPr lang="en-IL" smtClean="0"/>
              <a:t>02/04/2025 01:38</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1493916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2ABA2A-D157-43CF-91F3-66FDB88C7BAD}" type="datetime8">
              <a:rPr lang="en-IL" smtClean="0"/>
              <a:t>02/04/2025 01:38</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135B17FB-6829-41EE-A149-E4AC190BB076}" type="slidenum">
              <a:rPr lang="en-IL" smtClean="0"/>
              <a:t>‹#›</a:t>
            </a:fld>
            <a:endParaRPr lang="en-IL"/>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2666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2248DCD-F907-4D12-A78E-79303905FBAA}" type="datetime8">
              <a:rPr lang="en-IL" smtClean="0"/>
              <a:t>02/04/2025 01:38</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945451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C89B648-526D-4B56-A59B-3E64B1B6D37B}" type="datetime8">
              <a:rPr lang="en-IL" smtClean="0"/>
              <a:t>02/04/2025 01:38</a:t>
            </a:fld>
            <a:endParaRPr lang="en-IL"/>
          </a:p>
        </p:txBody>
      </p:sp>
      <p:sp>
        <p:nvSpPr>
          <p:cNvPr id="8" name="Footer Placeholder 7"/>
          <p:cNvSpPr>
            <a:spLocks noGrp="1"/>
          </p:cNvSpPr>
          <p:nvPr>
            <p:ph type="ftr" sz="quarter" idx="11"/>
          </p:nvPr>
        </p:nvSpPr>
        <p:spPr/>
        <p:txBody>
          <a:bodyPr/>
          <a:lstStyle/>
          <a:p>
            <a:endParaRPr lang="en-IL"/>
          </a:p>
        </p:txBody>
      </p:sp>
      <p:sp>
        <p:nvSpPr>
          <p:cNvPr id="9" name="Slide Number Placeholder 8"/>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2115523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ADEE032-E3E6-4759-B982-1A8726B852F5}" type="datetime8">
              <a:rPr lang="en-IL" smtClean="0"/>
              <a:t>02/04/2025 01:38</a:t>
            </a:fld>
            <a:endParaRPr lang="en-IL"/>
          </a:p>
        </p:txBody>
      </p:sp>
      <p:sp>
        <p:nvSpPr>
          <p:cNvPr id="4" name="Footer Placeholder 3"/>
          <p:cNvSpPr>
            <a:spLocks noGrp="1"/>
          </p:cNvSpPr>
          <p:nvPr>
            <p:ph type="ftr" sz="quarter" idx="11"/>
          </p:nvPr>
        </p:nvSpPr>
        <p:spPr/>
        <p:txBody>
          <a:bodyPr/>
          <a:lstStyle/>
          <a:p>
            <a:endParaRPr lang="en-IL"/>
          </a:p>
        </p:txBody>
      </p:sp>
      <p:sp>
        <p:nvSpPr>
          <p:cNvPr id="5" name="Slide Number Placeholder 4"/>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337802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FB458A-4EE3-41AE-8E5A-9E0DFCD1E137}" type="datetime8">
              <a:rPr lang="en-IL" smtClean="0"/>
              <a:t>02/04/2025 01:38</a:t>
            </a:fld>
            <a:endParaRPr lang="en-IL"/>
          </a:p>
        </p:txBody>
      </p:sp>
      <p:sp>
        <p:nvSpPr>
          <p:cNvPr id="3" name="Footer Placeholder 2"/>
          <p:cNvSpPr>
            <a:spLocks noGrp="1"/>
          </p:cNvSpPr>
          <p:nvPr>
            <p:ph type="ftr" sz="quarter" idx="11"/>
          </p:nvPr>
        </p:nvSpPr>
        <p:spPr/>
        <p:txBody>
          <a:bodyPr/>
          <a:lstStyle/>
          <a:p>
            <a:endParaRPr lang="en-IL"/>
          </a:p>
        </p:txBody>
      </p:sp>
      <p:sp>
        <p:nvSpPr>
          <p:cNvPr id="4" name="Slide Number Placeholder 3"/>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792667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39ED33-F61A-47E6-A9E6-598A275C3305}" type="datetime8">
              <a:rPr lang="en-IL" smtClean="0"/>
              <a:t>02/04/2025 01:38</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4189939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408EB9-9079-465B-8DB3-197A23C56F5E}" type="datetime8">
              <a:rPr lang="en-IL" smtClean="0"/>
              <a:t>02/04/2025 01:38</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1046793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84BEC6-973F-4281-A424-8257412F2D1F}" type="datetime8">
              <a:rPr lang="en-IL" smtClean="0"/>
              <a:t>02/04/2025 01:38</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1060419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B2ACA5-A00C-46D1-A939-255BB8288A27}" type="datetime8">
              <a:rPr lang="en-IL" smtClean="0"/>
              <a:t>02/04/2025 01:38</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2567587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CAE82618-0CFB-4C8C-A6F3-5D93BA029220}" type="datetime8">
              <a:rPr lang="en-IL" smtClean="0"/>
              <a:t>02/04/2025 01:38</a:t>
            </a:fld>
            <a:endParaRPr lang="en-IL"/>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L"/>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135B17FB-6829-41EE-A149-E4AC190BB076}" type="slidenum">
              <a:rPr lang="en-IL" smtClean="0"/>
              <a:t>‹#›</a:t>
            </a:fld>
            <a:endParaRPr lang="en-IL"/>
          </a:p>
        </p:txBody>
      </p:sp>
    </p:spTree>
    <p:extLst>
      <p:ext uri="{BB962C8B-B14F-4D97-AF65-F5344CB8AC3E}">
        <p14:creationId xmlns:p14="http://schemas.microsoft.com/office/powerpoint/2010/main" val="11565666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1"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r" defTabSz="914400" rtl="1"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r" defTabSz="914400" rtl="1"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62AEBD2D-6881-4F18-1E4B-3A7BABB969C6}"/>
            </a:ext>
          </a:extLst>
        </p:cNvPr>
        <p:cNvGrpSpPr/>
        <p:nvPr/>
      </p:nvGrpSpPr>
      <p:grpSpPr>
        <a:xfrm>
          <a:off x="0" y="0"/>
          <a:ext cx="0" cy="0"/>
          <a:chOff x="0" y="0"/>
          <a:chExt cx="0" cy="0"/>
        </a:xfrm>
      </p:grpSpPr>
      <p:pic>
        <p:nvPicPr>
          <p:cNvPr id="4" name="תמונה 1" descr="A person with a face id&#10;&#10;Description automatically generated">
            <a:extLst>
              <a:ext uri="{FF2B5EF4-FFF2-40B4-BE49-F238E27FC236}">
                <a16:creationId xmlns:a16="http://schemas.microsoft.com/office/drawing/2014/main" id="{E5B3C009-88C5-5AE1-9A53-12E4CF25ED0C}"/>
              </a:ext>
            </a:extLst>
          </p:cNvPr>
          <p:cNvPicPr>
            <a:picLocks noChangeAspect="1"/>
          </p:cNvPicPr>
          <p:nvPr/>
        </p:nvPicPr>
        <p:blipFill>
          <a:blip r:embed="rId3">
            <a:alphaModFix amt="85000"/>
          </a:blip>
          <a:srcRect t="16648" r="1" b="28899"/>
          <a:stretch/>
        </p:blipFill>
        <p:spPr>
          <a:xfrm>
            <a:off x="243840" y="242316"/>
            <a:ext cx="11704320" cy="6373368"/>
          </a:xfrm>
          <a:prstGeom prst="rect">
            <a:avLst/>
          </a:prstGeom>
        </p:spPr>
      </p:pic>
      <p:sp>
        <p:nvSpPr>
          <p:cNvPr id="86" name="Rectangle 74">
            <a:extLst>
              <a:ext uri="{FF2B5EF4-FFF2-40B4-BE49-F238E27FC236}">
                <a16:creationId xmlns:a16="http://schemas.microsoft.com/office/drawing/2014/main" id="{47813CFC-3088-49F0-9A37-3D9DF1359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3680" y="240031"/>
            <a:ext cx="11724640" cy="6377939"/>
          </a:xfrm>
          <a:prstGeom prst="rect">
            <a:avLst/>
          </a:prstGeom>
          <a:solidFill>
            <a:schemeClr val="tx1">
              <a:alpha val="75000"/>
            </a:schemeClr>
          </a:solidFill>
          <a:ln w="12700">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cxnSp>
        <p:nvCxnSpPr>
          <p:cNvPr id="87" name="Straight Connector 76">
            <a:extLst>
              <a:ext uri="{FF2B5EF4-FFF2-40B4-BE49-F238E27FC236}">
                <a16:creationId xmlns:a16="http://schemas.microsoft.com/office/drawing/2014/main" id="{1E0DAA0F-EB9D-47B4-8A43-53347F310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כותרת 1">
            <a:extLst>
              <a:ext uri="{FF2B5EF4-FFF2-40B4-BE49-F238E27FC236}">
                <a16:creationId xmlns:a16="http://schemas.microsoft.com/office/drawing/2014/main" id="{78D92404-8002-B210-B9B7-5DA995984FD6}"/>
              </a:ext>
            </a:extLst>
          </p:cNvPr>
          <p:cNvSpPr>
            <a:spLocks noGrp="1"/>
          </p:cNvSpPr>
          <p:nvPr>
            <p:ph type="ctrTitle"/>
          </p:nvPr>
        </p:nvSpPr>
        <p:spPr>
          <a:xfrm>
            <a:off x="1109980" y="882376"/>
            <a:ext cx="9966960" cy="2926080"/>
          </a:xfrm>
        </p:spPr>
        <p:txBody>
          <a:bodyPr>
            <a:normAutofit/>
          </a:bodyPr>
          <a:lstStyle/>
          <a:p>
            <a:r>
              <a:rPr lang="en-US"/>
              <a:t>Viso Speak </a:t>
            </a:r>
            <a:br>
              <a:rPr lang="en-US"/>
            </a:br>
            <a:endParaRPr lang="en-IL"/>
          </a:p>
        </p:txBody>
      </p:sp>
      <p:sp>
        <p:nvSpPr>
          <p:cNvPr id="3" name="כותרת משנה 2">
            <a:extLst>
              <a:ext uri="{FF2B5EF4-FFF2-40B4-BE49-F238E27FC236}">
                <a16:creationId xmlns:a16="http://schemas.microsoft.com/office/drawing/2014/main" id="{AC6D36CA-ABB5-ADC2-A854-088ECE5496EB}"/>
              </a:ext>
            </a:extLst>
          </p:cNvPr>
          <p:cNvSpPr>
            <a:spLocks noGrp="1"/>
          </p:cNvSpPr>
          <p:nvPr>
            <p:ph type="subTitle" idx="1"/>
          </p:nvPr>
        </p:nvSpPr>
        <p:spPr>
          <a:xfrm>
            <a:off x="1709530" y="3869634"/>
            <a:ext cx="8767860" cy="1388165"/>
          </a:xfrm>
        </p:spPr>
        <p:txBody>
          <a:bodyPr>
            <a:normAutofit/>
          </a:bodyPr>
          <a:lstStyle/>
          <a:p>
            <a:r>
              <a:rPr lang="en-US">
                <a:effectLst/>
                <a:latin typeface="Calibri" panose="020F0502020204030204" pitchFamily="34" charset="0"/>
                <a:ea typeface="Times New Roman" panose="02020603050405020304" pitchFamily="18" charset="0"/>
                <a:cs typeface="Arial" panose="020B0604020202020204" pitchFamily="34" charset="0"/>
              </a:rPr>
              <a:t>Students : Majd Salameh, Morad Asakli </a:t>
            </a:r>
          </a:p>
          <a:p>
            <a:r>
              <a:rPr lang="en-US">
                <a:latin typeface="Calibri" panose="020F0502020204030204" pitchFamily="34" charset="0"/>
                <a:cs typeface="Arial" panose="020B0604020202020204" pitchFamily="34" charset="0"/>
              </a:rPr>
              <a:t>Supervisor : Ilya Zeldner</a:t>
            </a:r>
            <a:endParaRPr lang="en-IL"/>
          </a:p>
        </p:txBody>
      </p:sp>
      <p:sp>
        <p:nvSpPr>
          <p:cNvPr id="5" name="מציין מיקום של מספר שקופית 4">
            <a:extLst>
              <a:ext uri="{FF2B5EF4-FFF2-40B4-BE49-F238E27FC236}">
                <a16:creationId xmlns:a16="http://schemas.microsoft.com/office/drawing/2014/main" id="{7DFDFEF5-95B9-355E-7285-324B57FFD479}"/>
              </a:ext>
            </a:extLst>
          </p:cNvPr>
          <p:cNvSpPr>
            <a:spLocks noGrp="1"/>
          </p:cNvSpPr>
          <p:nvPr>
            <p:ph type="sldNum" sz="quarter" idx="12"/>
          </p:nvPr>
        </p:nvSpPr>
        <p:spPr/>
        <p:txBody>
          <a:bodyPr/>
          <a:lstStyle/>
          <a:p>
            <a:fld id="{135B17FB-6829-41EE-A149-E4AC190BB076}" type="slidenum">
              <a:rPr lang="en-IL" smtClean="0"/>
              <a:t>1</a:t>
            </a:fld>
            <a:endParaRPr lang="en-IL"/>
          </a:p>
        </p:txBody>
      </p:sp>
    </p:spTree>
    <p:extLst>
      <p:ext uri="{BB962C8B-B14F-4D97-AF65-F5344CB8AC3E}">
        <p14:creationId xmlns:p14="http://schemas.microsoft.com/office/powerpoint/2010/main" val="3517582215"/>
      </p:ext>
    </p:extLst>
  </p:cSld>
  <p:clrMapOvr>
    <a:masterClrMapping/>
  </p:clrMapOvr>
  <mc:AlternateContent xmlns:mc="http://schemas.openxmlformats.org/markup-compatibility/2006">
    <mc:Choice xmlns:p14="http://schemas.microsoft.com/office/powerpoint/2010/main" Requires="p14">
      <p:transition spd="slow" p14:dur="2000" advTm="1941"/>
    </mc:Choice>
    <mc:Fallback>
      <p:transition spd="slow" advTm="19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grpId="0" nodeType="withEffect">
                                  <p:stCondLst>
                                    <p:cond delay="200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39648-BC46-D84E-C526-E05AC532C2B2}"/>
              </a:ext>
            </a:extLst>
          </p:cNvPr>
          <p:cNvSpPr>
            <a:spLocks noGrp="1"/>
          </p:cNvSpPr>
          <p:nvPr>
            <p:ph type="title"/>
          </p:nvPr>
        </p:nvSpPr>
        <p:spPr>
          <a:xfrm>
            <a:off x="971550" y="701040"/>
            <a:ext cx="9875520" cy="1356360"/>
          </a:xfrm>
        </p:spPr>
        <p:txBody>
          <a:bodyPr>
            <a:normAutofit fontScale="90000"/>
          </a:bodyPr>
          <a:lstStyle/>
          <a:p>
            <a:r>
              <a:rPr lang="en-US" b="1"/>
              <a:t>The Idea Behind VisoSpeak</a:t>
            </a:r>
            <a:br>
              <a:rPr lang="en-US" b="1"/>
            </a:br>
            <a:br>
              <a:rPr lang="en-US" b="1"/>
            </a:br>
            <a:endParaRPr lang="he-IL"/>
          </a:p>
        </p:txBody>
      </p:sp>
      <p:graphicFrame>
        <p:nvGraphicFramePr>
          <p:cNvPr id="9" name="Content Placeholder 2">
            <a:extLst>
              <a:ext uri="{FF2B5EF4-FFF2-40B4-BE49-F238E27FC236}">
                <a16:creationId xmlns:a16="http://schemas.microsoft.com/office/drawing/2014/main" id="{5EB2FFBD-7A56-7B4B-D79B-53D9FEC5EC28}"/>
              </a:ext>
            </a:extLst>
          </p:cNvPr>
          <p:cNvGraphicFramePr>
            <a:graphicFrameLocks noGrp="1"/>
          </p:cNvGraphicFramePr>
          <p:nvPr>
            <p:ph idx="1"/>
          </p:nvPr>
        </p:nvGraphicFramePr>
        <p:xfrm>
          <a:off x="1143000" y="2057400"/>
          <a:ext cx="9872871"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מציין מיקום של מספר שקופית 2">
            <a:extLst>
              <a:ext uri="{FF2B5EF4-FFF2-40B4-BE49-F238E27FC236}">
                <a16:creationId xmlns:a16="http://schemas.microsoft.com/office/drawing/2014/main" id="{18DB3C7C-1AD2-D098-AAF1-9FEF961BFD56}"/>
              </a:ext>
            </a:extLst>
          </p:cNvPr>
          <p:cNvSpPr>
            <a:spLocks noGrp="1"/>
          </p:cNvSpPr>
          <p:nvPr>
            <p:ph type="sldNum" sz="quarter" idx="12"/>
          </p:nvPr>
        </p:nvSpPr>
        <p:spPr/>
        <p:txBody>
          <a:bodyPr/>
          <a:lstStyle/>
          <a:p>
            <a:fld id="{135B17FB-6829-41EE-A149-E4AC190BB076}" type="slidenum">
              <a:rPr lang="en-IL" smtClean="0"/>
              <a:t>2</a:t>
            </a:fld>
            <a:endParaRPr lang="en-IL"/>
          </a:p>
        </p:txBody>
      </p:sp>
    </p:spTree>
    <p:extLst>
      <p:ext uri="{BB962C8B-B14F-4D97-AF65-F5344CB8AC3E}">
        <p14:creationId xmlns:p14="http://schemas.microsoft.com/office/powerpoint/2010/main" val="2784076983"/>
      </p:ext>
    </p:extLst>
  </p:cSld>
  <p:clrMapOvr>
    <a:masterClrMapping/>
  </p:clrMapOvr>
  <mc:AlternateContent xmlns:mc="http://schemas.openxmlformats.org/markup-compatibility/2006">
    <mc:Choice xmlns:p14="http://schemas.microsoft.com/office/powerpoint/2010/main" Requires="p14">
      <p:transition spd="slow" p14:dur="2000" advTm="1018"/>
    </mc:Choice>
    <mc:Fallback>
      <p:transition spd="slow" advTm="101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40738-20C2-477B-92C0-38B32A4B32A4}"/>
              </a:ext>
            </a:extLst>
          </p:cNvPr>
          <p:cNvSpPr>
            <a:spLocks noGrp="1"/>
          </p:cNvSpPr>
          <p:nvPr>
            <p:ph type="title"/>
          </p:nvPr>
        </p:nvSpPr>
        <p:spPr/>
        <p:txBody>
          <a:bodyPr/>
          <a:lstStyle/>
          <a:p>
            <a:r>
              <a:rPr lang="en-US" b="1"/>
              <a:t>Exploring Existing Projects</a:t>
            </a:r>
            <a:br>
              <a:rPr lang="en-US" b="1"/>
            </a:br>
            <a:endParaRPr lang="he-IL"/>
          </a:p>
        </p:txBody>
      </p:sp>
      <p:graphicFrame>
        <p:nvGraphicFramePr>
          <p:cNvPr id="15" name="Content Placeholder 2">
            <a:extLst>
              <a:ext uri="{FF2B5EF4-FFF2-40B4-BE49-F238E27FC236}">
                <a16:creationId xmlns:a16="http://schemas.microsoft.com/office/drawing/2014/main" id="{C52387BA-D6D5-E83C-AFB7-4DFE24CE6C80}"/>
              </a:ext>
            </a:extLst>
          </p:cNvPr>
          <p:cNvGraphicFramePr>
            <a:graphicFrameLocks noGrp="1"/>
          </p:cNvGraphicFramePr>
          <p:nvPr>
            <p:ph idx="1"/>
          </p:nvPr>
        </p:nvGraphicFramePr>
        <p:xfrm>
          <a:off x="1143000" y="2057400"/>
          <a:ext cx="9872871"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מציין מיקום של מספר שקופית 2">
            <a:extLst>
              <a:ext uri="{FF2B5EF4-FFF2-40B4-BE49-F238E27FC236}">
                <a16:creationId xmlns:a16="http://schemas.microsoft.com/office/drawing/2014/main" id="{4749A39E-7CA6-8A76-1E00-C38BC932158D}"/>
              </a:ext>
            </a:extLst>
          </p:cNvPr>
          <p:cNvSpPr>
            <a:spLocks noGrp="1"/>
          </p:cNvSpPr>
          <p:nvPr>
            <p:ph type="sldNum" sz="quarter" idx="12"/>
          </p:nvPr>
        </p:nvSpPr>
        <p:spPr/>
        <p:txBody>
          <a:bodyPr/>
          <a:lstStyle/>
          <a:p>
            <a:fld id="{135B17FB-6829-41EE-A149-E4AC190BB076}" type="slidenum">
              <a:rPr lang="en-IL" smtClean="0"/>
              <a:t>3</a:t>
            </a:fld>
            <a:endParaRPr lang="en-IL"/>
          </a:p>
        </p:txBody>
      </p:sp>
    </p:spTree>
    <p:extLst>
      <p:ext uri="{BB962C8B-B14F-4D97-AF65-F5344CB8AC3E}">
        <p14:creationId xmlns:p14="http://schemas.microsoft.com/office/powerpoint/2010/main" val="1243673129"/>
      </p:ext>
    </p:extLst>
  </p:cSld>
  <p:clrMapOvr>
    <a:masterClrMapping/>
  </p:clrMapOvr>
  <mc:AlternateContent xmlns:mc="http://schemas.openxmlformats.org/markup-compatibility/2006">
    <mc:Choice xmlns:p14="http://schemas.microsoft.com/office/powerpoint/2010/main" Requires="p14">
      <p:transition spd="slow" p14:dur="2000" advTm="863"/>
    </mc:Choice>
    <mc:Fallback>
      <p:transition spd="slow" advTm="86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3E0D3-50B4-200B-BC88-990268925DD2}"/>
              </a:ext>
            </a:extLst>
          </p:cNvPr>
          <p:cNvSpPr>
            <a:spLocks noGrp="1"/>
          </p:cNvSpPr>
          <p:nvPr>
            <p:ph type="title"/>
          </p:nvPr>
        </p:nvSpPr>
        <p:spPr/>
        <p:txBody>
          <a:bodyPr/>
          <a:lstStyle/>
          <a:p>
            <a:r>
              <a:rPr lang="en-US"/>
              <a:t>The Project We Chose</a:t>
            </a:r>
            <a:endParaRPr lang="he-IL"/>
          </a:p>
        </p:txBody>
      </p:sp>
      <p:graphicFrame>
        <p:nvGraphicFramePr>
          <p:cNvPr id="17" name="Content Placeholder 2">
            <a:extLst>
              <a:ext uri="{FF2B5EF4-FFF2-40B4-BE49-F238E27FC236}">
                <a16:creationId xmlns:a16="http://schemas.microsoft.com/office/drawing/2014/main" id="{BC497887-A598-AE41-EC89-9F397788A086}"/>
              </a:ext>
            </a:extLst>
          </p:cNvPr>
          <p:cNvGraphicFramePr>
            <a:graphicFrameLocks noGrp="1"/>
          </p:cNvGraphicFramePr>
          <p:nvPr>
            <p:ph idx="1"/>
          </p:nvPr>
        </p:nvGraphicFramePr>
        <p:xfrm>
          <a:off x="1143000" y="2057400"/>
          <a:ext cx="9872871"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מציין מיקום של מספר שקופית 2">
            <a:extLst>
              <a:ext uri="{FF2B5EF4-FFF2-40B4-BE49-F238E27FC236}">
                <a16:creationId xmlns:a16="http://schemas.microsoft.com/office/drawing/2014/main" id="{2045754C-7115-8A62-37FC-27519AC3BECD}"/>
              </a:ext>
            </a:extLst>
          </p:cNvPr>
          <p:cNvSpPr>
            <a:spLocks noGrp="1"/>
          </p:cNvSpPr>
          <p:nvPr>
            <p:ph type="sldNum" sz="quarter" idx="12"/>
          </p:nvPr>
        </p:nvSpPr>
        <p:spPr/>
        <p:txBody>
          <a:bodyPr/>
          <a:lstStyle/>
          <a:p>
            <a:fld id="{135B17FB-6829-41EE-A149-E4AC190BB076}" type="slidenum">
              <a:rPr lang="en-IL" smtClean="0"/>
              <a:t>4</a:t>
            </a:fld>
            <a:endParaRPr lang="en-IL"/>
          </a:p>
        </p:txBody>
      </p:sp>
    </p:spTree>
    <p:extLst>
      <p:ext uri="{BB962C8B-B14F-4D97-AF65-F5344CB8AC3E}">
        <p14:creationId xmlns:p14="http://schemas.microsoft.com/office/powerpoint/2010/main" val="3049096941"/>
      </p:ext>
    </p:extLst>
  </p:cSld>
  <p:clrMapOvr>
    <a:masterClrMapping/>
  </p:clrMapOvr>
  <mc:AlternateContent xmlns:mc="http://schemas.openxmlformats.org/markup-compatibility/2006">
    <mc:Choice xmlns:p14="http://schemas.microsoft.com/office/powerpoint/2010/main" Requires="p14">
      <p:transition spd="slow" p14:dur="2000" advTm="889"/>
    </mc:Choice>
    <mc:Fallback>
      <p:transition spd="slow" advTm="88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9271C28-7496-4447-8541-7B39F5E94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 name="Title 1">
            <a:extLst>
              <a:ext uri="{FF2B5EF4-FFF2-40B4-BE49-F238E27FC236}">
                <a16:creationId xmlns:a16="http://schemas.microsoft.com/office/drawing/2014/main" id="{3DB9ADEB-80DC-C4D1-23F9-0A3721B76613}"/>
              </a:ext>
            </a:extLst>
          </p:cNvPr>
          <p:cNvSpPr>
            <a:spLocks noGrp="1"/>
          </p:cNvSpPr>
          <p:nvPr>
            <p:ph type="title"/>
          </p:nvPr>
        </p:nvSpPr>
        <p:spPr>
          <a:xfrm>
            <a:off x="2606040" y="609600"/>
            <a:ext cx="8865108" cy="1356360"/>
          </a:xfrm>
        </p:spPr>
        <p:txBody>
          <a:bodyPr>
            <a:normAutofit/>
          </a:bodyPr>
          <a:lstStyle/>
          <a:p>
            <a:r>
              <a:rPr lang="en-US"/>
              <a:t>Limitations of the Previous Approach</a:t>
            </a:r>
            <a:endParaRPr lang="he-IL"/>
          </a:p>
        </p:txBody>
      </p:sp>
      <p:pic>
        <p:nvPicPr>
          <p:cNvPr id="7" name="Graphic 6" descr="Security Camera">
            <a:extLst>
              <a:ext uri="{FF2B5EF4-FFF2-40B4-BE49-F238E27FC236}">
                <a16:creationId xmlns:a16="http://schemas.microsoft.com/office/drawing/2014/main" id="{2D9B0285-D47C-FCD2-8601-63ABD6DFA5F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2064" y="1131152"/>
            <a:ext cx="4593715" cy="4593715"/>
          </a:xfrm>
          <a:prstGeom prst="rect">
            <a:avLst/>
          </a:prstGeom>
        </p:spPr>
      </p:pic>
      <p:sp>
        <p:nvSpPr>
          <p:cNvPr id="8" name="Content Placeholder 2">
            <a:extLst>
              <a:ext uri="{FF2B5EF4-FFF2-40B4-BE49-F238E27FC236}">
                <a16:creationId xmlns:a16="http://schemas.microsoft.com/office/drawing/2014/main" id="{6DA79CF5-83CF-42D7-509F-811924294CE8}"/>
              </a:ext>
            </a:extLst>
          </p:cNvPr>
          <p:cNvSpPr>
            <a:spLocks noGrp="1"/>
          </p:cNvSpPr>
          <p:nvPr>
            <p:ph idx="1"/>
          </p:nvPr>
        </p:nvSpPr>
        <p:spPr>
          <a:xfrm>
            <a:off x="6093460" y="2593047"/>
            <a:ext cx="5364444" cy="3131820"/>
          </a:xfrm>
        </p:spPr>
        <p:txBody>
          <a:bodyPr>
            <a:normAutofit/>
          </a:bodyPr>
          <a:lstStyle/>
          <a:p>
            <a:pPr algn="l" rtl="0"/>
            <a:r>
              <a:rPr lang="en-US"/>
              <a:t>Uses </a:t>
            </a:r>
            <a:r>
              <a:rPr lang="en-US" b="1"/>
              <a:t>fixed timestamps </a:t>
            </a:r>
            <a:r>
              <a:rPr lang="en-US"/>
              <a:t>for detecting word boundaries.</a:t>
            </a:r>
          </a:p>
          <a:p>
            <a:pPr algn="l" rtl="0"/>
            <a:r>
              <a:rPr lang="en-US"/>
              <a:t>Relies on a </a:t>
            </a:r>
            <a:r>
              <a:rPr lang="en-US" b="1"/>
              <a:t>predefined time</a:t>
            </a:r>
            <a:r>
              <a:rPr lang="en-US"/>
              <a:t> structure.</a:t>
            </a:r>
          </a:p>
          <a:p>
            <a:pPr algn="l" rtl="0"/>
            <a:r>
              <a:rPr lang="en-US" b="1"/>
              <a:t>Struggles</a:t>
            </a:r>
            <a:r>
              <a:rPr lang="en-US"/>
              <a:t> with different speaking speeds.</a:t>
            </a:r>
          </a:p>
          <a:p>
            <a:pPr algn="l" rtl="0"/>
            <a:r>
              <a:rPr lang="en-US" sz="2400" b="1"/>
              <a:t>Weakness:</a:t>
            </a:r>
            <a:r>
              <a:rPr lang="en-US" sz="2400"/>
              <a:t> Pre-assign the beginning and end of the word</a:t>
            </a:r>
            <a:endParaRPr lang="he-IL" sz="2400"/>
          </a:p>
          <a:p>
            <a:pPr marL="45720" indent="0" algn="l" rtl="0">
              <a:buNone/>
            </a:pPr>
            <a:endParaRPr lang="he-IL"/>
          </a:p>
        </p:txBody>
      </p:sp>
      <p:sp>
        <p:nvSpPr>
          <p:cNvPr id="3" name="מציין מיקום של מספר שקופית 2">
            <a:extLst>
              <a:ext uri="{FF2B5EF4-FFF2-40B4-BE49-F238E27FC236}">
                <a16:creationId xmlns:a16="http://schemas.microsoft.com/office/drawing/2014/main" id="{149249ED-1790-5FBD-F870-15A2D6925693}"/>
              </a:ext>
            </a:extLst>
          </p:cNvPr>
          <p:cNvSpPr>
            <a:spLocks noGrp="1"/>
          </p:cNvSpPr>
          <p:nvPr>
            <p:ph type="sldNum" sz="quarter" idx="12"/>
          </p:nvPr>
        </p:nvSpPr>
        <p:spPr/>
        <p:txBody>
          <a:bodyPr/>
          <a:lstStyle/>
          <a:p>
            <a:fld id="{135B17FB-6829-41EE-A149-E4AC190BB076}" type="slidenum">
              <a:rPr lang="en-IL" smtClean="0"/>
              <a:t>5</a:t>
            </a:fld>
            <a:endParaRPr lang="en-IL"/>
          </a:p>
        </p:txBody>
      </p:sp>
    </p:spTree>
    <p:extLst>
      <p:ext uri="{BB962C8B-B14F-4D97-AF65-F5344CB8AC3E}">
        <p14:creationId xmlns:p14="http://schemas.microsoft.com/office/powerpoint/2010/main" val="2031770391"/>
      </p:ext>
    </p:extLst>
  </p:cSld>
  <p:clrMapOvr>
    <a:masterClrMapping/>
  </p:clrMapOvr>
  <mc:AlternateContent xmlns:mc="http://schemas.openxmlformats.org/markup-compatibility/2006">
    <mc:Choice xmlns:p14="http://schemas.microsoft.com/office/powerpoint/2010/main" Requires="p14">
      <p:transition spd="slow" p14:dur="2000" advTm="958"/>
    </mc:Choice>
    <mc:Fallback>
      <p:transition spd="slow" advTm="95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A2EA6A6-CD0C-4CFD-8EC2-AA44F9870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 name="Title 1">
            <a:extLst>
              <a:ext uri="{FF2B5EF4-FFF2-40B4-BE49-F238E27FC236}">
                <a16:creationId xmlns:a16="http://schemas.microsoft.com/office/drawing/2014/main" id="{8666CD0E-230C-E03A-227A-20FC12FF30CF}"/>
              </a:ext>
            </a:extLst>
          </p:cNvPr>
          <p:cNvSpPr>
            <a:spLocks noGrp="1"/>
          </p:cNvSpPr>
          <p:nvPr>
            <p:ph type="title"/>
          </p:nvPr>
        </p:nvSpPr>
        <p:spPr>
          <a:xfrm>
            <a:off x="7558564" y="609600"/>
            <a:ext cx="3912583" cy="1356360"/>
          </a:xfrm>
        </p:spPr>
        <p:txBody>
          <a:bodyPr>
            <a:normAutofit/>
          </a:bodyPr>
          <a:lstStyle/>
          <a:p>
            <a:pPr rtl="0"/>
            <a:r>
              <a:rPr lang="en-US" sz="3200"/>
              <a:t>How We Improved the Approach</a:t>
            </a:r>
            <a:endParaRPr lang="he-IL" sz="3200"/>
          </a:p>
        </p:txBody>
      </p:sp>
      <p:pic>
        <p:nvPicPr>
          <p:cNvPr id="7" name="Graphic 6" descr="Stopwatch">
            <a:extLst>
              <a:ext uri="{FF2B5EF4-FFF2-40B4-BE49-F238E27FC236}">
                <a16:creationId xmlns:a16="http://schemas.microsoft.com/office/drawing/2014/main" id="{D3625E3D-3F2C-9889-6DF3-1A85BA4539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4517" y="857675"/>
            <a:ext cx="5140669" cy="5140669"/>
          </a:xfrm>
          <a:prstGeom prst="rect">
            <a:avLst/>
          </a:prstGeom>
        </p:spPr>
      </p:pic>
      <p:sp>
        <p:nvSpPr>
          <p:cNvPr id="3" name="Content Placeholder 2">
            <a:extLst>
              <a:ext uri="{FF2B5EF4-FFF2-40B4-BE49-F238E27FC236}">
                <a16:creationId xmlns:a16="http://schemas.microsoft.com/office/drawing/2014/main" id="{4D8FF872-828B-E5DE-8807-9969DDE3749A}"/>
              </a:ext>
            </a:extLst>
          </p:cNvPr>
          <p:cNvSpPr>
            <a:spLocks noGrp="1"/>
          </p:cNvSpPr>
          <p:nvPr>
            <p:ph idx="1"/>
          </p:nvPr>
        </p:nvSpPr>
        <p:spPr>
          <a:xfrm>
            <a:off x="7558564" y="2057400"/>
            <a:ext cx="3912583" cy="4038600"/>
          </a:xfrm>
        </p:spPr>
        <p:txBody>
          <a:bodyPr>
            <a:normAutofit/>
          </a:bodyPr>
          <a:lstStyle/>
          <a:p>
            <a:pPr algn="l" rtl="0"/>
            <a:r>
              <a:rPr lang="en-US" sz="1600"/>
              <a:t>Replaced fixed timestamps with dynamic timestamps.</a:t>
            </a:r>
          </a:p>
          <a:p>
            <a:pPr algn="l" rtl="0"/>
            <a:r>
              <a:rPr lang="en-US" sz="1600"/>
              <a:t>Added 8 variables to calculate average time between words and letters.</a:t>
            </a:r>
          </a:p>
          <a:p>
            <a:pPr algn="l" rtl="0"/>
            <a:r>
              <a:rPr lang="en-US" sz="1600"/>
              <a:t>Achieves better accuracy in detecting word boundaries.</a:t>
            </a:r>
          </a:p>
          <a:p>
            <a:pPr algn="l" rtl="0"/>
            <a:r>
              <a:rPr lang="en-US" sz="1600"/>
              <a:t>Adapts to different speaking speeds</a:t>
            </a:r>
          </a:p>
          <a:p>
            <a:pPr algn="l" rtl="0"/>
            <a:r>
              <a:rPr lang="en-US" sz="1600">
                <a:sym typeface="Wingdings" panose="05000000000000000000" pitchFamily="2" charset="2"/>
              </a:rPr>
              <a:t> </a:t>
            </a:r>
            <a:r>
              <a:rPr lang="en-US" sz="1800" b="1" u="sng">
                <a:sym typeface="Wingdings" panose="05000000000000000000" pitchFamily="2" charset="2"/>
              </a:rPr>
              <a:t>Our main goal </a:t>
            </a:r>
            <a:r>
              <a:rPr lang="en-US" sz="1600">
                <a:sym typeface="Wingdings" panose="05000000000000000000" pitchFamily="2" charset="2"/>
              </a:rPr>
              <a:t>is to identify the Space as a word </a:t>
            </a:r>
            <a:endParaRPr lang="he-IL" sz="1600"/>
          </a:p>
          <a:p>
            <a:pPr algn="l" rtl="0"/>
            <a:endParaRPr lang="he-IL" sz="1600"/>
          </a:p>
        </p:txBody>
      </p:sp>
      <p:sp>
        <p:nvSpPr>
          <p:cNvPr id="4" name="מציין מיקום של מספר שקופית 3">
            <a:extLst>
              <a:ext uri="{FF2B5EF4-FFF2-40B4-BE49-F238E27FC236}">
                <a16:creationId xmlns:a16="http://schemas.microsoft.com/office/drawing/2014/main" id="{978B164A-877D-0580-626C-FBAC28D23E7E}"/>
              </a:ext>
            </a:extLst>
          </p:cNvPr>
          <p:cNvSpPr>
            <a:spLocks noGrp="1"/>
          </p:cNvSpPr>
          <p:nvPr>
            <p:ph type="sldNum" sz="quarter" idx="12"/>
          </p:nvPr>
        </p:nvSpPr>
        <p:spPr/>
        <p:txBody>
          <a:bodyPr/>
          <a:lstStyle/>
          <a:p>
            <a:fld id="{135B17FB-6829-41EE-A149-E4AC190BB076}" type="slidenum">
              <a:rPr lang="en-IL" smtClean="0"/>
              <a:t>6</a:t>
            </a:fld>
            <a:endParaRPr lang="en-IL"/>
          </a:p>
        </p:txBody>
      </p:sp>
    </p:spTree>
    <p:extLst>
      <p:ext uri="{BB962C8B-B14F-4D97-AF65-F5344CB8AC3E}">
        <p14:creationId xmlns:p14="http://schemas.microsoft.com/office/powerpoint/2010/main" val="3940589695"/>
      </p:ext>
    </p:extLst>
  </p:cSld>
  <p:clrMapOvr>
    <a:masterClrMapping/>
  </p:clrMapOvr>
  <mc:AlternateContent xmlns:mc="http://schemas.openxmlformats.org/markup-compatibility/2006">
    <mc:Choice xmlns:p14="http://schemas.microsoft.com/office/powerpoint/2010/main" Requires="p14">
      <p:transition spd="slow" p14:dur="2000" advTm="980"/>
    </mc:Choice>
    <mc:Fallback>
      <p:transition spd="slow" advTm="98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520D8D5-53A0-D74F-E0DF-CF14C608BA9E}"/>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Video Upload</a:t>
            </a:r>
            <a:endParaRPr lang="en-IL"/>
          </a:p>
        </p:txBody>
      </p:sp>
      <p:sp>
        <p:nvSpPr>
          <p:cNvPr id="4" name="מלבן 3">
            <a:extLst>
              <a:ext uri="{FF2B5EF4-FFF2-40B4-BE49-F238E27FC236}">
                <a16:creationId xmlns:a16="http://schemas.microsoft.com/office/drawing/2014/main" id="{BB4DEC8D-5A2E-A51B-FE82-660A1D3E29B3}"/>
              </a:ext>
            </a:extLst>
          </p:cNvPr>
          <p:cNvSpPr/>
          <p:nvPr/>
        </p:nvSpPr>
        <p:spPr>
          <a:xfrm>
            <a:off x="317696" y="1778387"/>
            <a:ext cx="1519311"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9A34F6C7-C15F-9167-4197-5280B7CFBBE5}"/>
              </a:ext>
            </a:extLst>
          </p:cNvPr>
          <p:cNvSpPr/>
          <p:nvPr/>
        </p:nvSpPr>
        <p:spPr>
          <a:xfrm>
            <a:off x="2460674" y="1793629"/>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4ADE1B0D-B046-FE4D-6424-7F9BBE8819CF}"/>
              </a:ext>
            </a:extLst>
          </p:cNvPr>
          <p:cNvSpPr/>
          <p:nvPr/>
        </p:nvSpPr>
        <p:spPr>
          <a:xfrm>
            <a:off x="5113606" y="1793629"/>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E1CDE79B-91C9-71E8-6125-00F207E86972}"/>
              </a:ext>
            </a:extLst>
          </p:cNvPr>
          <p:cNvSpPr/>
          <p:nvPr/>
        </p:nvSpPr>
        <p:spPr>
          <a:xfrm>
            <a:off x="7696200" y="1793630"/>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D83A89FE-0530-7D4F-1218-7A3CF13BAEA3}"/>
              </a:ext>
            </a:extLst>
          </p:cNvPr>
          <p:cNvSpPr/>
          <p:nvPr/>
        </p:nvSpPr>
        <p:spPr>
          <a:xfrm>
            <a:off x="10354993" y="1793630"/>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2A3D6C11-EFB8-3D96-CCCD-FD3A52369500}"/>
              </a:ext>
            </a:extLst>
          </p:cNvPr>
          <p:cNvSpPr/>
          <p:nvPr/>
        </p:nvSpPr>
        <p:spPr>
          <a:xfrm>
            <a:off x="10316893" y="3312355"/>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7568AD3B-0A0E-CEB4-CDA9-2733CECBEF04}"/>
              </a:ext>
            </a:extLst>
          </p:cNvPr>
          <p:cNvSpPr/>
          <p:nvPr/>
        </p:nvSpPr>
        <p:spPr>
          <a:xfrm>
            <a:off x="7693268" y="3312356"/>
            <a:ext cx="1712156"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B42969E0-80DF-A1BD-A427-87A90CB88CFB}"/>
              </a:ext>
            </a:extLst>
          </p:cNvPr>
          <p:cNvSpPr/>
          <p:nvPr/>
        </p:nvSpPr>
        <p:spPr>
          <a:xfrm>
            <a:off x="5212666" y="3319977"/>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D28215C7-B873-0870-F517-9E284D35580C}"/>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E4547399-A080-C912-581A-22E6F9B99000}"/>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7E6E428B-F981-A2B8-01CD-4865E28A1DFA}"/>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57713B37-F941-19E3-5E3F-8E9708F04CE3}"/>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7E56ED4D-1175-AA54-15CF-83F249A0255C}"/>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576F3C54-4841-9BCA-BADF-F03613A77ADE}"/>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D9B130BC-6B15-7797-998B-4793B002A4A7}"/>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AD222A21-AE72-C5F9-6365-ECA18CE70D13}"/>
              </a:ext>
            </a:extLst>
          </p:cNvPr>
          <p:cNvSpPr txBox="1"/>
          <p:nvPr/>
        </p:nvSpPr>
        <p:spPr>
          <a:xfrm>
            <a:off x="669388" y="4846323"/>
            <a:ext cx="10605868" cy="36933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US" b="1"/>
              <a:t>Simple I/O operation</a:t>
            </a:r>
            <a:endParaRPr lang="en-IL" b="1"/>
          </a:p>
        </p:txBody>
      </p:sp>
      <p:sp>
        <p:nvSpPr>
          <p:cNvPr id="41" name="תיבת טקסט 40">
            <a:extLst>
              <a:ext uri="{FF2B5EF4-FFF2-40B4-BE49-F238E27FC236}">
                <a16:creationId xmlns:a16="http://schemas.microsoft.com/office/drawing/2014/main" id="{2F24B1C1-03B5-1D08-78E6-29B63C984B27}"/>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3" name="מציין מיקום של מספר שקופית 2">
            <a:extLst>
              <a:ext uri="{FF2B5EF4-FFF2-40B4-BE49-F238E27FC236}">
                <a16:creationId xmlns:a16="http://schemas.microsoft.com/office/drawing/2014/main" id="{C222C7E0-EA06-DBEE-CAC2-34897AF820B3}"/>
              </a:ext>
            </a:extLst>
          </p:cNvPr>
          <p:cNvSpPr>
            <a:spLocks noGrp="1"/>
          </p:cNvSpPr>
          <p:nvPr>
            <p:ph type="sldNum" sz="quarter" idx="12"/>
          </p:nvPr>
        </p:nvSpPr>
        <p:spPr/>
        <p:txBody>
          <a:bodyPr/>
          <a:lstStyle/>
          <a:p>
            <a:fld id="{135B17FB-6829-41EE-A149-E4AC190BB076}" type="slidenum">
              <a:rPr lang="en-IL" smtClean="0"/>
              <a:t>7</a:t>
            </a:fld>
            <a:endParaRPr lang="en-IL"/>
          </a:p>
        </p:txBody>
      </p:sp>
    </p:spTree>
    <p:extLst>
      <p:ext uri="{BB962C8B-B14F-4D97-AF65-F5344CB8AC3E}">
        <p14:creationId xmlns:p14="http://schemas.microsoft.com/office/powerpoint/2010/main" val="1522257192"/>
      </p:ext>
    </p:extLst>
  </p:cSld>
  <p:clrMapOvr>
    <a:masterClrMapping/>
  </p:clrMapOvr>
  <mc:AlternateContent xmlns:mc="http://schemas.openxmlformats.org/markup-compatibility/2006">
    <mc:Choice xmlns:p14="http://schemas.microsoft.com/office/powerpoint/2010/main" Requires="p14">
      <p:transition spd="slow" p14:dur="2000" advTm="1083"/>
    </mc:Choice>
    <mc:Fallback>
      <p:transition spd="slow" advTm="108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D9A8E-5889-8DE7-4BFA-4E0C294F658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35C8A22B-5ABF-C6D0-37B3-986A67AA6448}"/>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Face Detection</a:t>
            </a:r>
            <a:endParaRPr lang="en-IL"/>
          </a:p>
        </p:txBody>
      </p:sp>
      <p:sp>
        <p:nvSpPr>
          <p:cNvPr id="4" name="מלבן 3">
            <a:extLst>
              <a:ext uri="{FF2B5EF4-FFF2-40B4-BE49-F238E27FC236}">
                <a16:creationId xmlns:a16="http://schemas.microsoft.com/office/drawing/2014/main" id="{F6292DFF-CEB8-29BA-3B3B-8837103731CA}"/>
              </a:ext>
            </a:extLst>
          </p:cNvPr>
          <p:cNvSpPr/>
          <p:nvPr/>
        </p:nvSpPr>
        <p:spPr>
          <a:xfrm>
            <a:off x="317696" y="177838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87A0D606-1285-6DB0-2F89-BD2025D0C33B}"/>
              </a:ext>
            </a:extLst>
          </p:cNvPr>
          <p:cNvSpPr/>
          <p:nvPr/>
        </p:nvSpPr>
        <p:spPr>
          <a:xfrm>
            <a:off x="2460674" y="1793629"/>
            <a:ext cx="1519311"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584DA354-4E41-13E5-8886-0E4948260138}"/>
              </a:ext>
            </a:extLst>
          </p:cNvPr>
          <p:cNvSpPr/>
          <p:nvPr/>
        </p:nvSpPr>
        <p:spPr>
          <a:xfrm>
            <a:off x="5113606" y="1793629"/>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FE5A6A23-D411-0FF8-E3FE-CA3AC58C8556}"/>
              </a:ext>
            </a:extLst>
          </p:cNvPr>
          <p:cNvSpPr/>
          <p:nvPr/>
        </p:nvSpPr>
        <p:spPr>
          <a:xfrm>
            <a:off x="7696200" y="1793630"/>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634772D7-3B3A-EB02-F16B-83E3CEE13BCB}"/>
              </a:ext>
            </a:extLst>
          </p:cNvPr>
          <p:cNvSpPr/>
          <p:nvPr/>
        </p:nvSpPr>
        <p:spPr>
          <a:xfrm>
            <a:off x="10354993" y="1793630"/>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FD313290-054F-A3B0-7D8F-B3B507888C63}"/>
              </a:ext>
            </a:extLst>
          </p:cNvPr>
          <p:cNvSpPr/>
          <p:nvPr/>
        </p:nvSpPr>
        <p:spPr>
          <a:xfrm>
            <a:off x="10316893" y="3312355"/>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4C9C9888-6F9F-47CA-5E90-C8B638898248}"/>
              </a:ext>
            </a:extLst>
          </p:cNvPr>
          <p:cNvSpPr/>
          <p:nvPr/>
        </p:nvSpPr>
        <p:spPr>
          <a:xfrm>
            <a:off x="7693268" y="3312356"/>
            <a:ext cx="1712156"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C72DB38B-8E7C-382F-C6A3-A711B765E890}"/>
              </a:ext>
            </a:extLst>
          </p:cNvPr>
          <p:cNvSpPr/>
          <p:nvPr/>
        </p:nvSpPr>
        <p:spPr>
          <a:xfrm>
            <a:off x="5212666" y="3319977"/>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206E001C-43D9-869D-7895-D5ED8B430255}"/>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09538557-2D26-992D-1C9C-6C7BE1E530D4}"/>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C5B40C1C-26F9-3C5A-5512-EC01D86B1EF6}"/>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D4A895AC-5877-44CB-442D-4DC81352F548}"/>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52886A4C-DBFB-AE72-8E93-F123F7F15D8D}"/>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5F2E87AE-F23E-6724-5F32-55C91CAD23C4}"/>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BA06BEB0-C8AE-3CC6-D19E-27DCA541E071}"/>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38C20E96-ACB4-A893-4127-B283A97B9FE7}"/>
              </a:ext>
            </a:extLst>
          </p:cNvPr>
          <p:cNvSpPr txBox="1"/>
          <p:nvPr/>
        </p:nvSpPr>
        <p:spPr>
          <a:xfrm>
            <a:off x="662354" y="4846323"/>
            <a:ext cx="10605868" cy="92333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GB" b="1"/>
              <a:t>Algorithm</a:t>
            </a:r>
            <a:r>
              <a:rPr lang="en-GB"/>
              <a:t>: </a:t>
            </a:r>
            <a:r>
              <a:rPr lang="en-GB" b="1"/>
              <a:t>SSD (Single Shot MultiBox Detector)</a:t>
            </a:r>
          </a:p>
          <a:p>
            <a:pPr marL="285750" indent="-285750" algn="l">
              <a:buFont typeface="Arial" panose="020B0604020202020204" pitchFamily="34" charset="0"/>
              <a:buChar char="•"/>
            </a:pPr>
            <a:r>
              <a:rPr lang="en-GB" b="1"/>
              <a:t>n- number of frames</a:t>
            </a:r>
          </a:p>
          <a:p>
            <a:pPr marL="285750" indent="-285750" algn="l">
              <a:buFont typeface="Arial" panose="020B0604020202020204" pitchFamily="34" charset="0"/>
              <a:buChar char="•"/>
            </a:pPr>
            <a:r>
              <a:rPr lang="en-GB" b="1"/>
              <a:t>m- number of pixel in each frame.</a:t>
            </a:r>
            <a:endParaRPr lang="en-IL"/>
          </a:p>
        </p:txBody>
      </p:sp>
      <p:sp>
        <p:nvSpPr>
          <p:cNvPr id="41" name="תיבת טקסט 40">
            <a:extLst>
              <a:ext uri="{FF2B5EF4-FFF2-40B4-BE49-F238E27FC236}">
                <a16:creationId xmlns:a16="http://schemas.microsoft.com/office/drawing/2014/main" id="{C48DA3E9-DDE4-368D-385B-1D8756A75323}"/>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11" name="תיבת טקסט 10">
            <a:extLst>
              <a:ext uri="{FF2B5EF4-FFF2-40B4-BE49-F238E27FC236}">
                <a16:creationId xmlns:a16="http://schemas.microsoft.com/office/drawing/2014/main" id="{985E85A9-5897-44B1-20DC-50EB5AE7D9A2}"/>
              </a:ext>
            </a:extLst>
          </p:cNvPr>
          <p:cNvSpPr txBox="1"/>
          <p:nvPr/>
        </p:nvSpPr>
        <p:spPr>
          <a:xfrm>
            <a:off x="2737744" y="2708029"/>
            <a:ext cx="920124" cy="369332"/>
          </a:xfrm>
          <a:prstGeom prst="rect">
            <a:avLst/>
          </a:prstGeom>
          <a:noFill/>
        </p:spPr>
        <p:txBody>
          <a:bodyPr wrap="none" rtlCol="0">
            <a:spAutoFit/>
          </a:bodyPr>
          <a:lstStyle/>
          <a:p>
            <a:r>
              <a:rPr lang="en-US"/>
              <a:t>O(n*m)</a:t>
            </a:r>
            <a:endParaRPr lang="en-IL"/>
          </a:p>
        </p:txBody>
      </p:sp>
      <p:sp>
        <p:nvSpPr>
          <p:cNvPr id="3" name="מציין מיקום של מספר שקופית 2">
            <a:extLst>
              <a:ext uri="{FF2B5EF4-FFF2-40B4-BE49-F238E27FC236}">
                <a16:creationId xmlns:a16="http://schemas.microsoft.com/office/drawing/2014/main" id="{50D8DFD8-F93C-50BE-2E8C-0D4350DEDE95}"/>
              </a:ext>
            </a:extLst>
          </p:cNvPr>
          <p:cNvSpPr>
            <a:spLocks noGrp="1"/>
          </p:cNvSpPr>
          <p:nvPr>
            <p:ph type="sldNum" sz="quarter" idx="12"/>
          </p:nvPr>
        </p:nvSpPr>
        <p:spPr/>
        <p:txBody>
          <a:bodyPr/>
          <a:lstStyle/>
          <a:p>
            <a:fld id="{135B17FB-6829-41EE-A149-E4AC190BB076}" type="slidenum">
              <a:rPr lang="en-IL" smtClean="0"/>
              <a:t>8</a:t>
            </a:fld>
            <a:endParaRPr lang="en-IL"/>
          </a:p>
        </p:txBody>
      </p:sp>
    </p:spTree>
    <p:extLst>
      <p:ext uri="{BB962C8B-B14F-4D97-AF65-F5344CB8AC3E}">
        <p14:creationId xmlns:p14="http://schemas.microsoft.com/office/powerpoint/2010/main" val="1876776276"/>
      </p:ext>
    </p:extLst>
  </p:cSld>
  <p:clrMapOvr>
    <a:masterClrMapping/>
  </p:clrMapOvr>
  <mc:AlternateContent xmlns:mc="http://schemas.openxmlformats.org/markup-compatibility/2006">
    <mc:Choice xmlns:p14="http://schemas.microsoft.com/office/powerpoint/2010/main" Requires="p14">
      <p:transition spd="slow" p14:dur="2000" advTm="1251"/>
    </mc:Choice>
    <mc:Fallback>
      <p:transition spd="slow" advTm="125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FF8F4-6197-D47F-86DF-E432A9E8C89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9FC55B3-7E9C-6A78-9F0F-5B4B24A77FBB}"/>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Lip Detection</a:t>
            </a:r>
            <a:endParaRPr lang="en-IL"/>
          </a:p>
        </p:txBody>
      </p:sp>
      <p:sp>
        <p:nvSpPr>
          <p:cNvPr id="4" name="מלבן 3">
            <a:extLst>
              <a:ext uri="{FF2B5EF4-FFF2-40B4-BE49-F238E27FC236}">
                <a16:creationId xmlns:a16="http://schemas.microsoft.com/office/drawing/2014/main" id="{2D48EE44-7A2B-3274-7A23-4DB09661D723}"/>
              </a:ext>
            </a:extLst>
          </p:cNvPr>
          <p:cNvSpPr/>
          <p:nvPr/>
        </p:nvSpPr>
        <p:spPr>
          <a:xfrm>
            <a:off x="317696" y="177838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23B3D34C-5BCE-AAB6-0680-FC4AEA962973}"/>
              </a:ext>
            </a:extLst>
          </p:cNvPr>
          <p:cNvSpPr/>
          <p:nvPr/>
        </p:nvSpPr>
        <p:spPr>
          <a:xfrm>
            <a:off x="2460674"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A785E870-C900-3C17-06EF-46A8A2AD3621}"/>
              </a:ext>
            </a:extLst>
          </p:cNvPr>
          <p:cNvSpPr/>
          <p:nvPr/>
        </p:nvSpPr>
        <p:spPr>
          <a:xfrm>
            <a:off x="5113606" y="1793629"/>
            <a:ext cx="1519311"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0E856BBE-1974-353B-1D90-31C5BD5607EC}"/>
              </a:ext>
            </a:extLst>
          </p:cNvPr>
          <p:cNvSpPr/>
          <p:nvPr/>
        </p:nvSpPr>
        <p:spPr>
          <a:xfrm>
            <a:off x="7696200" y="1793630"/>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B3084D02-D077-0D5A-E062-7F6426F8AA2C}"/>
              </a:ext>
            </a:extLst>
          </p:cNvPr>
          <p:cNvSpPr/>
          <p:nvPr/>
        </p:nvSpPr>
        <p:spPr>
          <a:xfrm>
            <a:off x="10354993" y="1793630"/>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6F8380AC-D545-A973-2E4F-CE1033491BE1}"/>
              </a:ext>
            </a:extLst>
          </p:cNvPr>
          <p:cNvSpPr/>
          <p:nvPr/>
        </p:nvSpPr>
        <p:spPr>
          <a:xfrm>
            <a:off x="10316893" y="3312355"/>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7C3A89D4-F8BC-52F0-BDE7-D9D54349C82E}"/>
              </a:ext>
            </a:extLst>
          </p:cNvPr>
          <p:cNvSpPr/>
          <p:nvPr/>
        </p:nvSpPr>
        <p:spPr>
          <a:xfrm>
            <a:off x="7693268" y="3312356"/>
            <a:ext cx="1712156"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DF07724A-F701-DEAA-F070-972C4F37659F}"/>
              </a:ext>
            </a:extLst>
          </p:cNvPr>
          <p:cNvSpPr/>
          <p:nvPr/>
        </p:nvSpPr>
        <p:spPr>
          <a:xfrm>
            <a:off x="5212666" y="3319977"/>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6EE683B6-3FA5-A206-3B66-893EA290527E}"/>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D4338A13-76C8-EF4E-06CA-3FCA75276AFC}"/>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E8A3021B-187B-AAB4-6C1A-CDA9BA1325B9}"/>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1666B4B5-F266-161E-BF9E-C84F0A4C74CF}"/>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81191459-44B6-9798-B81A-F270811C0DC6}"/>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4EDF261A-9B1D-A762-5966-177F31EC72AC}"/>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25FA38F3-B46C-3161-B698-9B09CD47461E}"/>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645D35F6-3647-4EBD-46D9-2F83F6BEBDAB}"/>
              </a:ext>
            </a:extLst>
          </p:cNvPr>
          <p:cNvSpPr txBox="1"/>
          <p:nvPr/>
        </p:nvSpPr>
        <p:spPr>
          <a:xfrm>
            <a:off x="669388" y="4846323"/>
            <a:ext cx="10605868" cy="1200329"/>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US" b="1" err="1"/>
              <a:t>iBug</a:t>
            </a:r>
            <a:r>
              <a:rPr lang="en-US" b="1"/>
              <a:t> 68-landmark model </a:t>
            </a:r>
          </a:p>
          <a:p>
            <a:pPr marL="285750" indent="-285750">
              <a:buFont typeface="Arial" panose="020B0604020202020204" pitchFamily="34" charset="0"/>
              <a:buChar char="•"/>
            </a:pPr>
            <a:r>
              <a:rPr lang="en-GB" b="1"/>
              <a:t>n- number of frames</a:t>
            </a:r>
          </a:p>
          <a:p>
            <a:pPr marL="285750" indent="-285750">
              <a:buFont typeface="Arial" panose="020B0604020202020204" pitchFamily="34" charset="0"/>
              <a:buChar char="•"/>
            </a:pPr>
            <a:r>
              <a:rPr lang="en-GB" b="1"/>
              <a:t>m- number of pixel in each frame</a:t>
            </a:r>
          </a:p>
          <a:p>
            <a:pPr marL="285750" indent="-285750">
              <a:buFont typeface="Arial" panose="020B0604020202020204" pitchFamily="34" charset="0"/>
              <a:buChar char="•"/>
            </a:pPr>
            <a:r>
              <a:rPr lang="en-GB" b="1"/>
              <a:t>d-number of landmarks detected</a:t>
            </a:r>
            <a:endParaRPr lang="en-IL"/>
          </a:p>
        </p:txBody>
      </p:sp>
      <p:sp>
        <p:nvSpPr>
          <p:cNvPr id="41" name="תיבת טקסט 40">
            <a:extLst>
              <a:ext uri="{FF2B5EF4-FFF2-40B4-BE49-F238E27FC236}">
                <a16:creationId xmlns:a16="http://schemas.microsoft.com/office/drawing/2014/main" id="{974C93D4-5397-F423-2E48-219085A63F0B}"/>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11" name="תיבת טקסט 10">
            <a:extLst>
              <a:ext uri="{FF2B5EF4-FFF2-40B4-BE49-F238E27FC236}">
                <a16:creationId xmlns:a16="http://schemas.microsoft.com/office/drawing/2014/main" id="{4F7D8DC3-BC54-A097-BFDE-9C8E751FF495}"/>
              </a:ext>
            </a:extLst>
          </p:cNvPr>
          <p:cNvSpPr txBox="1"/>
          <p:nvPr/>
        </p:nvSpPr>
        <p:spPr>
          <a:xfrm>
            <a:off x="2737744" y="2708029"/>
            <a:ext cx="920124" cy="369332"/>
          </a:xfrm>
          <a:prstGeom prst="rect">
            <a:avLst/>
          </a:prstGeom>
          <a:noFill/>
        </p:spPr>
        <p:txBody>
          <a:bodyPr wrap="none" rtlCol="0">
            <a:spAutoFit/>
          </a:bodyPr>
          <a:lstStyle/>
          <a:p>
            <a:r>
              <a:rPr lang="en-US"/>
              <a:t>O(n*m)</a:t>
            </a:r>
            <a:endParaRPr lang="en-IL"/>
          </a:p>
        </p:txBody>
      </p:sp>
      <p:sp>
        <p:nvSpPr>
          <p:cNvPr id="3" name="תיבת טקסט 2">
            <a:extLst>
              <a:ext uri="{FF2B5EF4-FFF2-40B4-BE49-F238E27FC236}">
                <a16:creationId xmlns:a16="http://schemas.microsoft.com/office/drawing/2014/main" id="{FD59BDD6-A09F-52FE-7CF9-FFF5EAF8F757}"/>
              </a:ext>
            </a:extLst>
          </p:cNvPr>
          <p:cNvSpPr txBox="1"/>
          <p:nvPr/>
        </p:nvSpPr>
        <p:spPr>
          <a:xfrm>
            <a:off x="5342862" y="2668222"/>
            <a:ext cx="1171475" cy="369332"/>
          </a:xfrm>
          <a:prstGeom prst="rect">
            <a:avLst/>
          </a:prstGeom>
          <a:noFill/>
        </p:spPr>
        <p:txBody>
          <a:bodyPr wrap="none" rtlCol="0">
            <a:spAutoFit/>
          </a:bodyPr>
          <a:lstStyle/>
          <a:p>
            <a:r>
              <a:rPr lang="en-US"/>
              <a:t>O(n*m*d)</a:t>
            </a:r>
            <a:endParaRPr lang="en-IL"/>
          </a:p>
        </p:txBody>
      </p:sp>
      <p:sp>
        <p:nvSpPr>
          <p:cNvPr id="9" name="מציין מיקום של מספר שקופית 8">
            <a:extLst>
              <a:ext uri="{FF2B5EF4-FFF2-40B4-BE49-F238E27FC236}">
                <a16:creationId xmlns:a16="http://schemas.microsoft.com/office/drawing/2014/main" id="{15854A9C-444F-3B7F-5815-A5C74B47FB62}"/>
              </a:ext>
            </a:extLst>
          </p:cNvPr>
          <p:cNvSpPr>
            <a:spLocks noGrp="1"/>
          </p:cNvSpPr>
          <p:nvPr>
            <p:ph type="sldNum" sz="quarter" idx="12"/>
          </p:nvPr>
        </p:nvSpPr>
        <p:spPr/>
        <p:txBody>
          <a:bodyPr/>
          <a:lstStyle/>
          <a:p>
            <a:fld id="{135B17FB-6829-41EE-A149-E4AC190BB076}" type="slidenum">
              <a:rPr lang="en-IL" smtClean="0"/>
              <a:t>9</a:t>
            </a:fld>
            <a:endParaRPr lang="en-IL"/>
          </a:p>
        </p:txBody>
      </p:sp>
    </p:spTree>
    <p:extLst>
      <p:ext uri="{BB962C8B-B14F-4D97-AF65-F5344CB8AC3E}">
        <p14:creationId xmlns:p14="http://schemas.microsoft.com/office/powerpoint/2010/main" val="3968918835"/>
      </p:ext>
    </p:extLst>
  </p:cSld>
  <p:clrMapOvr>
    <a:masterClrMapping/>
  </p:clrMapOvr>
  <mc:AlternateContent xmlns:mc="http://schemas.openxmlformats.org/markup-compatibility/2006">
    <mc:Choice xmlns:p14="http://schemas.microsoft.com/office/powerpoint/2010/main" Requires="p14">
      <p:transition spd="slow" p14:dur="2000" advTm="1234"/>
    </mc:Choice>
    <mc:Fallback>
      <p:transition spd="slow" advTm="123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2FFEE-AC2D-7695-289E-0F7942BD352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BABB034E-F384-5F5D-9CB3-78614465EF32}"/>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Preprocessing Frames</a:t>
            </a:r>
            <a:endParaRPr lang="en-IL"/>
          </a:p>
        </p:txBody>
      </p:sp>
      <p:sp>
        <p:nvSpPr>
          <p:cNvPr id="4" name="מלבן 3">
            <a:extLst>
              <a:ext uri="{FF2B5EF4-FFF2-40B4-BE49-F238E27FC236}">
                <a16:creationId xmlns:a16="http://schemas.microsoft.com/office/drawing/2014/main" id="{DA9CAD8D-A5E1-FFC6-736E-93F970573B7E}"/>
              </a:ext>
            </a:extLst>
          </p:cNvPr>
          <p:cNvSpPr/>
          <p:nvPr/>
        </p:nvSpPr>
        <p:spPr>
          <a:xfrm>
            <a:off x="317696" y="177838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DC5CA4B8-9805-30D3-583F-9CA92322AF54}"/>
              </a:ext>
            </a:extLst>
          </p:cNvPr>
          <p:cNvSpPr/>
          <p:nvPr/>
        </p:nvSpPr>
        <p:spPr>
          <a:xfrm>
            <a:off x="2460674"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CB8AB91F-B30B-E631-0874-BF64BE21AFEB}"/>
              </a:ext>
            </a:extLst>
          </p:cNvPr>
          <p:cNvSpPr/>
          <p:nvPr/>
        </p:nvSpPr>
        <p:spPr>
          <a:xfrm>
            <a:off x="5113606"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475D23A2-0B6D-F45E-FF38-FA8EE36AB32F}"/>
              </a:ext>
            </a:extLst>
          </p:cNvPr>
          <p:cNvSpPr/>
          <p:nvPr/>
        </p:nvSpPr>
        <p:spPr>
          <a:xfrm>
            <a:off x="7696200" y="1793630"/>
            <a:ext cx="159551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6631405B-2D4D-1073-9033-740C976380FC}"/>
              </a:ext>
            </a:extLst>
          </p:cNvPr>
          <p:cNvSpPr/>
          <p:nvPr/>
        </p:nvSpPr>
        <p:spPr>
          <a:xfrm>
            <a:off x="10354993" y="1793630"/>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DE4CD640-072D-444E-187A-39F60F26DF8D}"/>
              </a:ext>
            </a:extLst>
          </p:cNvPr>
          <p:cNvSpPr/>
          <p:nvPr/>
        </p:nvSpPr>
        <p:spPr>
          <a:xfrm>
            <a:off x="10316893" y="3312355"/>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24328BA8-CE46-36D9-5CAD-69E59493E9FC}"/>
              </a:ext>
            </a:extLst>
          </p:cNvPr>
          <p:cNvSpPr/>
          <p:nvPr/>
        </p:nvSpPr>
        <p:spPr>
          <a:xfrm>
            <a:off x="7693268" y="3312356"/>
            <a:ext cx="1712156"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ED9C64E7-577F-6A92-F711-128B8D2D50DF}"/>
              </a:ext>
            </a:extLst>
          </p:cNvPr>
          <p:cNvSpPr/>
          <p:nvPr/>
        </p:nvSpPr>
        <p:spPr>
          <a:xfrm>
            <a:off x="5212666" y="3319977"/>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E1CF9F1E-D737-3784-500A-5A3BEB91F9FC}"/>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9E6E149A-7E05-5AA4-E31D-112541C180D7}"/>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5895738E-6A4C-9D37-8058-0F41C134856B}"/>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57B5ED8D-2DDC-8890-A319-E05CD520A5B0}"/>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DB2D9701-9429-684A-EE38-B42A7988A454}"/>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6D33A1BB-9CB1-B54F-637E-7AC1E6C10B74}"/>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C8167553-9386-743C-92F0-05E109ACE4E9}"/>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12BCAEFD-30F6-DA17-5736-8B7C5CC27121}"/>
              </a:ext>
            </a:extLst>
          </p:cNvPr>
          <p:cNvSpPr txBox="1"/>
          <p:nvPr/>
        </p:nvSpPr>
        <p:spPr>
          <a:xfrm>
            <a:off x="669388" y="4846323"/>
            <a:ext cx="10605868" cy="92333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US" b="1"/>
              <a:t>Convert, Normalize using Z-score normalization&amp; Crop </a:t>
            </a:r>
          </a:p>
          <a:p>
            <a:pPr marL="285750" indent="-285750">
              <a:buFont typeface="Arial" panose="020B0604020202020204" pitchFamily="34" charset="0"/>
              <a:buChar char="•"/>
            </a:pPr>
            <a:r>
              <a:rPr lang="en-GB" b="1"/>
              <a:t>n- number of frames</a:t>
            </a:r>
          </a:p>
          <a:p>
            <a:pPr marL="285750" indent="-285750">
              <a:buFont typeface="Arial" panose="020B0604020202020204" pitchFamily="34" charset="0"/>
              <a:buChar char="•"/>
            </a:pPr>
            <a:r>
              <a:rPr lang="en-GB" b="1"/>
              <a:t>m- number of pixel in each frame.</a:t>
            </a:r>
            <a:endParaRPr lang="en-IL"/>
          </a:p>
        </p:txBody>
      </p:sp>
      <p:sp>
        <p:nvSpPr>
          <p:cNvPr id="41" name="תיבת טקסט 40">
            <a:extLst>
              <a:ext uri="{FF2B5EF4-FFF2-40B4-BE49-F238E27FC236}">
                <a16:creationId xmlns:a16="http://schemas.microsoft.com/office/drawing/2014/main" id="{010B6346-640A-B387-BBD0-C9B373CCFFCF}"/>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11" name="תיבת טקסט 10">
            <a:extLst>
              <a:ext uri="{FF2B5EF4-FFF2-40B4-BE49-F238E27FC236}">
                <a16:creationId xmlns:a16="http://schemas.microsoft.com/office/drawing/2014/main" id="{F4BA8023-C5E9-E39C-0162-DBD86864D4CA}"/>
              </a:ext>
            </a:extLst>
          </p:cNvPr>
          <p:cNvSpPr txBox="1"/>
          <p:nvPr/>
        </p:nvSpPr>
        <p:spPr>
          <a:xfrm>
            <a:off x="2737744" y="2708029"/>
            <a:ext cx="920124" cy="369332"/>
          </a:xfrm>
          <a:prstGeom prst="rect">
            <a:avLst/>
          </a:prstGeom>
          <a:noFill/>
        </p:spPr>
        <p:txBody>
          <a:bodyPr wrap="none" rtlCol="0">
            <a:spAutoFit/>
          </a:bodyPr>
          <a:lstStyle/>
          <a:p>
            <a:r>
              <a:rPr lang="en-US"/>
              <a:t>O(n*m)</a:t>
            </a:r>
            <a:endParaRPr lang="en-IL"/>
          </a:p>
        </p:txBody>
      </p:sp>
      <p:sp>
        <p:nvSpPr>
          <p:cNvPr id="3" name="תיבת טקסט 2">
            <a:extLst>
              <a:ext uri="{FF2B5EF4-FFF2-40B4-BE49-F238E27FC236}">
                <a16:creationId xmlns:a16="http://schemas.microsoft.com/office/drawing/2014/main" id="{D3F6C517-7102-086B-8E47-0D8D81B066A7}"/>
              </a:ext>
            </a:extLst>
          </p:cNvPr>
          <p:cNvSpPr txBox="1"/>
          <p:nvPr/>
        </p:nvSpPr>
        <p:spPr>
          <a:xfrm>
            <a:off x="5342862" y="2668222"/>
            <a:ext cx="1171475" cy="369332"/>
          </a:xfrm>
          <a:prstGeom prst="rect">
            <a:avLst/>
          </a:prstGeom>
          <a:noFill/>
        </p:spPr>
        <p:txBody>
          <a:bodyPr wrap="none" rtlCol="0">
            <a:spAutoFit/>
          </a:bodyPr>
          <a:lstStyle/>
          <a:p>
            <a:r>
              <a:rPr lang="en-US"/>
              <a:t>O(n*m*d)</a:t>
            </a:r>
            <a:endParaRPr lang="en-IL"/>
          </a:p>
        </p:txBody>
      </p:sp>
      <p:sp>
        <p:nvSpPr>
          <p:cNvPr id="9" name="תיבת טקסט 8">
            <a:extLst>
              <a:ext uri="{FF2B5EF4-FFF2-40B4-BE49-F238E27FC236}">
                <a16:creationId xmlns:a16="http://schemas.microsoft.com/office/drawing/2014/main" id="{5DB41C37-5D00-3CF7-8DAC-D2217CECAC19}"/>
              </a:ext>
            </a:extLst>
          </p:cNvPr>
          <p:cNvSpPr txBox="1"/>
          <p:nvPr/>
        </p:nvSpPr>
        <p:spPr>
          <a:xfrm>
            <a:off x="8012949" y="2708029"/>
            <a:ext cx="920124" cy="369332"/>
          </a:xfrm>
          <a:prstGeom prst="rect">
            <a:avLst/>
          </a:prstGeom>
          <a:noFill/>
        </p:spPr>
        <p:txBody>
          <a:bodyPr wrap="none" rtlCol="0">
            <a:spAutoFit/>
          </a:bodyPr>
          <a:lstStyle/>
          <a:p>
            <a:r>
              <a:rPr lang="en-US"/>
              <a:t>O(n*m)</a:t>
            </a:r>
            <a:endParaRPr lang="en-IL"/>
          </a:p>
        </p:txBody>
      </p:sp>
      <p:sp>
        <p:nvSpPr>
          <p:cNvPr id="14" name="מציין מיקום של מספר שקופית 13">
            <a:extLst>
              <a:ext uri="{FF2B5EF4-FFF2-40B4-BE49-F238E27FC236}">
                <a16:creationId xmlns:a16="http://schemas.microsoft.com/office/drawing/2014/main" id="{18C95D49-585D-AEEC-F6E2-85A6A1D4FA37}"/>
              </a:ext>
            </a:extLst>
          </p:cNvPr>
          <p:cNvSpPr>
            <a:spLocks noGrp="1"/>
          </p:cNvSpPr>
          <p:nvPr>
            <p:ph type="sldNum" sz="quarter" idx="12"/>
          </p:nvPr>
        </p:nvSpPr>
        <p:spPr/>
        <p:txBody>
          <a:bodyPr/>
          <a:lstStyle/>
          <a:p>
            <a:fld id="{135B17FB-6829-41EE-A149-E4AC190BB076}" type="slidenum">
              <a:rPr lang="en-IL" smtClean="0"/>
              <a:t>10</a:t>
            </a:fld>
            <a:endParaRPr lang="en-IL"/>
          </a:p>
        </p:txBody>
      </p:sp>
    </p:spTree>
    <p:extLst>
      <p:ext uri="{BB962C8B-B14F-4D97-AF65-F5344CB8AC3E}">
        <p14:creationId xmlns:p14="http://schemas.microsoft.com/office/powerpoint/2010/main" val="2598865893"/>
      </p:ext>
    </p:extLst>
  </p:cSld>
  <p:clrMapOvr>
    <a:masterClrMapping/>
  </p:clrMapOvr>
  <mc:AlternateContent xmlns:mc="http://schemas.openxmlformats.org/markup-compatibility/2006">
    <mc:Choice xmlns:p14="http://schemas.microsoft.com/office/powerpoint/2010/main" Requires="p14">
      <p:transition spd="slow" p14:dur="2000" advTm="1050"/>
    </mc:Choice>
    <mc:Fallback>
      <p:transition spd="slow" advTm="105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679E8-E276-B28D-9947-BFF9E203D29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F3D8D33-DA97-CE84-0F31-B8581B5E3CD9}"/>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Feature Extraction</a:t>
            </a:r>
            <a:endParaRPr lang="en-IL"/>
          </a:p>
        </p:txBody>
      </p:sp>
      <p:sp>
        <p:nvSpPr>
          <p:cNvPr id="4" name="מלבן 3">
            <a:extLst>
              <a:ext uri="{FF2B5EF4-FFF2-40B4-BE49-F238E27FC236}">
                <a16:creationId xmlns:a16="http://schemas.microsoft.com/office/drawing/2014/main" id="{499078E8-DE87-26EB-3B9F-B80822A265F3}"/>
              </a:ext>
            </a:extLst>
          </p:cNvPr>
          <p:cNvSpPr/>
          <p:nvPr/>
        </p:nvSpPr>
        <p:spPr>
          <a:xfrm>
            <a:off x="317696" y="177838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DB4DF3EB-56A8-983D-AE24-01C4720F44C2}"/>
              </a:ext>
            </a:extLst>
          </p:cNvPr>
          <p:cNvSpPr/>
          <p:nvPr/>
        </p:nvSpPr>
        <p:spPr>
          <a:xfrm>
            <a:off x="2460674"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A27F5209-4EFF-63F5-A8E1-DEF6716F37B2}"/>
              </a:ext>
            </a:extLst>
          </p:cNvPr>
          <p:cNvSpPr/>
          <p:nvPr/>
        </p:nvSpPr>
        <p:spPr>
          <a:xfrm>
            <a:off x="5113606"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7CA1B89D-5D54-981C-7727-2B5203C6C8B9}"/>
              </a:ext>
            </a:extLst>
          </p:cNvPr>
          <p:cNvSpPr/>
          <p:nvPr/>
        </p:nvSpPr>
        <p:spPr>
          <a:xfrm>
            <a:off x="7696200" y="1793630"/>
            <a:ext cx="1595510"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C7CDD51C-269A-BBC7-9DEC-DC214EA9F8B3}"/>
              </a:ext>
            </a:extLst>
          </p:cNvPr>
          <p:cNvSpPr/>
          <p:nvPr/>
        </p:nvSpPr>
        <p:spPr>
          <a:xfrm>
            <a:off x="10354993" y="1793630"/>
            <a:ext cx="1519311"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57FF45E2-B1D7-6CB9-7DDB-EEDD30F31336}"/>
              </a:ext>
            </a:extLst>
          </p:cNvPr>
          <p:cNvSpPr/>
          <p:nvPr/>
        </p:nvSpPr>
        <p:spPr>
          <a:xfrm>
            <a:off x="10316893" y="3312355"/>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6B983A15-19FB-6695-C88E-2708974B43FD}"/>
              </a:ext>
            </a:extLst>
          </p:cNvPr>
          <p:cNvSpPr/>
          <p:nvPr/>
        </p:nvSpPr>
        <p:spPr>
          <a:xfrm>
            <a:off x="7693268" y="3312356"/>
            <a:ext cx="1712156"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388D70FD-3FC0-57FC-686C-D7E267078F87}"/>
              </a:ext>
            </a:extLst>
          </p:cNvPr>
          <p:cNvSpPr/>
          <p:nvPr/>
        </p:nvSpPr>
        <p:spPr>
          <a:xfrm>
            <a:off x="5212666" y="3319977"/>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D11D9509-C7C0-8CAB-D7C2-ED45D96E0ADC}"/>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85405D78-A5CF-7569-9F48-4492B218B2F6}"/>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B9A04FF0-282F-CD6B-6A15-5EC154DA8FA5}"/>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5DA56611-7EBF-B2F4-C5CC-D6EF7A8DD2DA}"/>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E753DEA5-28C8-6792-3391-2B3623A9E19A}"/>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FAFB827F-2DEC-BC77-E16C-0540D6716414}"/>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604FE864-A030-84AD-2BFC-F33E72A51EBD}"/>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52E4E612-5031-4ECC-4926-902E4580491C}"/>
              </a:ext>
            </a:extLst>
          </p:cNvPr>
          <p:cNvSpPr txBox="1"/>
          <p:nvPr/>
        </p:nvSpPr>
        <p:spPr>
          <a:xfrm>
            <a:off x="779832" y="4461750"/>
            <a:ext cx="10605868" cy="1754326"/>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US" b="1"/>
              <a:t>Algorithm</a:t>
            </a:r>
            <a:r>
              <a:rPr lang="en-US"/>
              <a:t>: </a:t>
            </a:r>
            <a:r>
              <a:rPr lang="en-US" b="1"/>
              <a:t>3D-CNN</a:t>
            </a:r>
            <a:r>
              <a:rPr lang="en-US"/>
              <a:t> + </a:t>
            </a:r>
            <a:r>
              <a:rPr lang="en-US" b="1"/>
              <a:t>2D-ResNet</a:t>
            </a:r>
          </a:p>
          <a:p>
            <a:pPr marL="285750" indent="-285750">
              <a:buFont typeface="Arial" panose="020B0604020202020204" pitchFamily="34" charset="0"/>
              <a:buChar char="•"/>
            </a:pPr>
            <a:r>
              <a:rPr lang="en-GB" b="1"/>
              <a:t>n- number of frames</a:t>
            </a:r>
          </a:p>
          <a:p>
            <a:pPr marL="285750" indent="-285750">
              <a:buFont typeface="Arial" panose="020B0604020202020204" pitchFamily="34" charset="0"/>
              <a:buChar char="•"/>
            </a:pPr>
            <a:r>
              <a:rPr lang="en-GB" b="1"/>
              <a:t>m- number of pixel in each frame</a:t>
            </a:r>
          </a:p>
          <a:p>
            <a:pPr marL="285750" indent="-285750">
              <a:buFont typeface="Arial" panose="020B0604020202020204" pitchFamily="34" charset="0"/>
              <a:buChar char="•"/>
            </a:pPr>
            <a:r>
              <a:rPr lang="en-GB" b="1"/>
              <a:t>f-filter size</a:t>
            </a:r>
          </a:p>
          <a:p>
            <a:pPr marL="285750" indent="-285750">
              <a:buFont typeface="Arial" panose="020B0604020202020204" pitchFamily="34" charset="0"/>
              <a:buChar char="•"/>
            </a:pPr>
            <a:r>
              <a:rPr lang="en-GB" b="1"/>
              <a:t>k-number of filters</a:t>
            </a:r>
          </a:p>
          <a:p>
            <a:pPr marL="285750" indent="-285750">
              <a:buFont typeface="Arial" panose="020B0604020202020204" pitchFamily="34" charset="0"/>
              <a:buChar char="•"/>
            </a:pPr>
            <a:r>
              <a:rPr lang="en-GB" b="1"/>
              <a:t>d- feature dimension</a:t>
            </a:r>
            <a:endParaRPr lang="en-IL"/>
          </a:p>
        </p:txBody>
      </p:sp>
      <p:sp>
        <p:nvSpPr>
          <p:cNvPr id="41" name="תיבת טקסט 40">
            <a:extLst>
              <a:ext uri="{FF2B5EF4-FFF2-40B4-BE49-F238E27FC236}">
                <a16:creationId xmlns:a16="http://schemas.microsoft.com/office/drawing/2014/main" id="{348A0B41-9101-D434-1A23-0127C3962A77}"/>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11" name="תיבת טקסט 10">
            <a:extLst>
              <a:ext uri="{FF2B5EF4-FFF2-40B4-BE49-F238E27FC236}">
                <a16:creationId xmlns:a16="http://schemas.microsoft.com/office/drawing/2014/main" id="{6363E6C4-9BA3-AE54-171A-FC99E55DB6DF}"/>
              </a:ext>
            </a:extLst>
          </p:cNvPr>
          <p:cNvSpPr txBox="1"/>
          <p:nvPr/>
        </p:nvSpPr>
        <p:spPr>
          <a:xfrm>
            <a:off x="2737744" y="2708029"/>
            <a:ext cx="920124" cy="369332"/>
          </a:xfrm>
          <a:prstGeom prst="rect">
            <a:avLst/>
          </a:prstGeom>
          <a:noFill/>
        </p:spPr>
        <p:txBody>
          <a:bodyPr wrap="none" rtlCol="0">
            <a:spAutoFit/>
          </a:bodyPr>
          <a:lstStyle/>
          <a:p>
            <a:r>
              <a:rPr lang="en-US"/>
              <a:t>O(n*m)</a:t>
            </a:r>
            <a:endParaRPr lang="en-IL"/>
          </a:p>
        </p:txBody>
      </p:sp>
      <p:sp>
        <p:nvSpPr>
          <p:cNvPr id="3" name="תיבת טקסט 2">
            <a:extLst>
              <a:ext uri="{FF2B5EF4-FFF2-40B4-BE49-F238E27FC236}">
                <a16:creationId xmlns:a16="http://schemas.microsoft.com/office/drawing/2014/main" id="{2A5C2697-7DA9-B0B4-C59C-9F56A3A6E813}"/>
              </a:ext>
            </a:extLst>
          </p:cNvPr>
          <p:cNvSpPr txBox="1"/>
          <p:nvPr/>
        </p:nvSpPr>
        <p:spPr>
          <a:xfrm>
            <a:off x="5342862" y="2668222"/>
            <a:ext cx="1171475" cy="369332"/>
          </a:xfrm>
          <a:prstGeom prst="rect">
            <a:avLst/>
          </a:prstGeom>
          <a:noFill/>
        </p:spPr>
        <p:txBody>
          <a:bodyPr wrap="none" rtlCol="0">
            <a:spAutoFit/>
          </a:bodyPr>
          <a:lstStyle/>
          <a:p>
            <a:r>
              <a:rPr lang="en-US"/>
              <a:t>O(n*m*d)</a:t>
            </a:r>
            <a:endParaRPr lang="en-IL"/>
          </a:p>
        </p:txBody>
      </p:sp>
      <p:sp>
        <p:nvSpPr>
          <p:cNvPr id="9" name="תיבת טקסט 8">
            <a:extLst>
              <a:ext uri="{FF2B5EF4-FFF2-40B4-BE49-F238E27FC236}">
                <a16:creationId xmlns:a16="http://schemas.microsoft.com/office/drawing/2014/main" id="{9B1C1C65-DFE3-4CAF-1783-2F1C5D508705}"/>
              </a:ext>
            </a:extLst>
          </p:cNvPr>
          <p:cNvSpPr txBox="1"/>
          <p:nvPr/>
        </p:nvSpPr>
        <p:spPr>
          <a:xfrm>
            <a:off x="8012949" y="2708029"/>
            <a:ext cx="920124" cy="369332"/>
          </a:xfrm>
          <a:prstGeom prst="rect">
            <a:avLst/>
          </a:prstGeom>
          <a:noFill/>
        </p:spPr>
        <p:txBody>
          <a:bodyPr wrap="none" rtlCol="0">
            <a:spAutoFit/>
          </a:bodyPr>
          <a:lstStyle/>
          <a:p>
            <a:r>
              <a:rPr lang="en-US"/>
              <a:t>O(n*m)</a:t>
            </a:r>
            <a:endParaRPr lang="en-IL"/>
          </a:p>
        </p:txBody>
      </p:sp>
      <p:sp>
        <p:nvSpPr>
          <p:cNvPr id="18" name="תיבת טקסט 17">
            <a:extLst>
              <a:ext uri="{FF2B5EF4-FFF2-40B4-BE49-F238E27FC236}">
                <a16:creationId xmlns:a16="http://schemas.microsoft.com/office/drawing/2014/main" id="{7F1DCE41-C583-649A-6BA0-1A8F43636211}"/>
              </a:ext>
            </a:extLst>
          </p:cNvPr>
          <p:cNvSpPr txBox="1"/>
          <p:nvPr/>
        </p:nvSpPr>
        <p:spPr>
          <a:xfrm>
            <a:off x="10376625" y="1203961"/>
            <a:ext cx="1476045" cy="646331"/>
          </a:xfrm>
          <a:prstGeom prst="rect">
            <a:avLst/>
          </a:prstGeom>
          <a:noFill/>
        </p:spPr>
        <p:txBody>
          <a:bodyPr wrap="none" rtlCol="0">
            <a:spAutoFit/>
          </a:bodyPr>
          <a:lstStyle/>
          <a:p>
            <a:r>
              <a:rPr lang="en-US"/>
              <a:t>O(n*m*f*k)+</a:t>
            </a:r>
          </a:p>
          <a:p>
            <a:r>
              <a:rPr lang="en-US"/>
              <a:t>O(n*m*d)</a:t>
            </a:r>
            <a:endParaRPr lang="en-IL"/>
          </a:p>
        </p:txBody>
      </p:sp>
      <p:sp>
        <p:nvSpPr>
          <p:cNvPr id="14" name="מציין מיקום של מספר שקופית 13">
            <a:extLst>
              <a:ext uri="{FF2B5EF4-FFF2-40B4-BE49-F238E27FC236}">
                <a16:creationId xmlns:a16="http://schemas.microsoft.com/office/drawing/2014/main" id="{2C99A299-738E-D5AE-6816-89176A73D92D}"/>
              </a:ext>
            </a:extLst>
          </p:cNvPr>
          <p:cNvSpPr>
            <a:spLocks noGrp="1"/>
          </p:cNvSpPr>
          <p:nvPr>
            <p:ph type="sldNum" sz="quarter" idx="12"/>
          </p:nvPr>
        </p:nvSpPr>
        <p:spPr/>
        <p:txBody>
          <a:bodyPr/>
          <a:lstStyle/>
          <a:p>
            <a:fld id="{135B17FB-6829-41EE-A149-E4AC190BB076}" type="slidenum">
              <a:rPr lang="en-IL" smtClean="0"/>
              <a:t>11</a:t>
            </a:fld>
            <a:endParaRPr lang="en-IL"/>
          </a:p>
        </p:txBody>
      </p:sp>
    </p:spTree>
    <p:extLst>
      <p:ext uri="{BB962C8B-B14F-4D97-AF65-F5344CB8AC3E}">
        <p14:creationId xmlns:p14="http://schemas.microsoft.com/office/powerpoint/2010/main" val="1857319085"/>
      </p:ext>
    </p:extLst>
  </p:cSld>
  <p:clrMapOvr>
    <a:masterClrMapping/>
  </p:clrMapOvr>
  <mc:AlternateContent xmlns:mc="http://schemas.openxmlformats.org/markup-compatibility/2006">
    <mc:Choice xmlns:p14="http://schemas.microsoft.com/office/powerpoint/2010/main" Requires="p14">
      <p:transition spd="slow" p14:dur="2000" advTm="1191"/>
    </mc:Choice>
    <mc:Fallback>
      <p:transition spd="slow" advTm="119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735A2-1A9F-BDC9-690A-D0698D2AB3BE}"/>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1FC9D3F2-783C-5C21-F571-438F7266C49D}"/>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Viseme Classification</a:t>
            </a:r>
            <a:endParaRPr lang="en-IL"/>
          </a:p>
        </p:txBody>
      </p:sp>
      <p:sp>
        <p:nvSpPr>
          <p:cNvPr id="4" name="מלבן 3">
            <a:extLst>
              <a:ext uri="{FF2B5EF4-FFF2-40B4-BE49-F238E27FC236}">
                <a16:creationId xmlns:a16="http://schemas.microsoft.com/office/drawing/2014/main" id="{0526DE99-9163-E262-7DF3-85F69BBEB7CE}"/>
              </a:ext>
            </a:extLst>
          </p:cNvPr>
          <p:cNvSpPr/>
          <p:nvPr/>
        </p:nvSpPr>
        <p:spPr>
          <a:xfrm>
            <a:off x="317696" y="177838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6BA1AC7D-07FD-943B-7291-C909F081EF51}"/>
              </a:ext>
            </a:extLst>
          </p:cNvPr>
          <p:cNvSpPr/>
          <p:nvPr/>
        </p:nvSpPr>
        <p:spPr>
          <a:xfrm>
            <a:off x="2460674"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5670E99E-57AF-6C11-110A-88DB7A227492}"/>
              </a:ext>
            </a:extLst>
          </p:cNvPr>
          <p:cNvSpPr/>
          <p:nvPr/>
        </p:nvSpPr>
        <p:spPr>
          <a:xfrm>
            <a:off x="5113606"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A438B88E-495B-EFC3-17FF-4069EE6D13E4}"/>
              </a:ext>
            </a:extLst>
          </p:cNvPr>
          <p:cNvSpPr/>
          <p:nvPr/>
        </p:nvSpPr>
        <p:spPr>
          <a:xfrm>
            <a:off x="7696200" y="1793630"/>
            <a:ext cx="1595510"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47C623B4-D3CE-78A2-3702-85045E9F6779}"/>
              </a:ext>
            </a:extLst>
          </p:cNvPr>
          <p:cNvSpPr/>
          <p:nvPr/>
        </p:nvSpPr>
        <p:spPr>
          <a:xfrm>
            <a:off x="10354993" y="1793630"/>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FCFC932A-3D44-CEA3-71A1-00BD56C6C0CA}"/>
              </a:ext>
            </a:extLst>
          </p:cNvPr>
          <p:cNvSpPr/>
          <p:nvPr/>
        </p:nvSpPr>
        <p:spPr>
          <a:xfrm>
            <a:off x="10316893" y="3312355"/>
            <a:ext cx="159551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02951A1B-D9F8-5CF9-1F4C-CA1BFD147B6E}"/>
              </a:ext>
            </a:extLst>
          </p:cNvPr>
          <p:cNvSpPr/>
          <p:nvPr/>
        </p:nvSpPr>
        <p:spPr>
          <a:xfrm>
            <a:off x="7693268" y="3312356"/>
            <a:ext cx="1712156"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79691652-9638-EFEF-8875-23A71920B6D1}"/>
              </a:ext>
            </a:extLst>
          </p:cNvPr>
          <p:cNvSpPr/>
          <p:nvPr/>
        </p:nvSpPr>
        <p:spPr>
          <a:xfrm>
            <a:off x="5212666" y="3319977"/>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165FBDB3-0229-0A8C-22B2-809E539CBF2B}"/>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9CC2FB12-8796-9E89-D7C2-2BED7D5A8753}"/>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F63B7710-D0EB-32DF-5F27-A09D8D3EB147}"/>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B2186CC4-977D-A553-BBE1-F49BEBFDC44A}"/>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741B602C-27DB-0B14-EFAD-F2B9F40A161B}"/>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A52D721F-A9E2-1DE8-DF57-888C4FBF8E26}"/>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6E8B9C88-3504-DEAB-9D9E-FF1FD2D25CDA}"/>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A355A3AB-7683-6916-80B9-2BA52419C6B5}"/>
              </a:ext>
            </a:extLst>
          </p:cNvPr>
          <p:cNvSpPr txBox="1"/>
          <p:nvPr/>
        </p:nvSpPr>
        <p:spPr>
          <a:xfrm>
            <a:off x="676422" y="4846323"/>
            <a:ext cx="10605868" cy="1200329"/>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US" b="1"/>
              <a:t>Algorithm</a:t>
            </a:r>
            <a:r>
              <a:rPr lang="en-US"/>
              <a:t>: </a:t>
            </a:r>
            <a:r>
              <a:rPr lang="en-US" b="1"/>
              <a:t>Transformer-based encoder-decoder</a:t>
            </a:r>
            <a:r>
              <a:rPr lang="en-US"/>
              <a:t>.</a:t>
            </a:r>
          </a:p>
          <a:p>
            <a:pPr marL="285750" indent="-285750" algn="l">
              <a:buFont typeface="Arial" panose="020B0604020202020204" pitchFamily="34" charset="0"/>
              <a:buChar char="•"/>
            </a:pPr>
            <a:r>
              <a:rPr lang="en-US" b="1"/>
              <a:t>n- number of frames</a:t>
            </a:r>
          </a:p>
          <a:p>
            <a:pPr marL="285750" indent="-285750" algn="l">
              <a:buFont typeface="Arial" panose="020B0604020202020204" pitchFamily="34" charset="0"/>
              <a:buChar char="•"/>
            </a:pPr>
            <a:r>
              <a:rPr lang="en-US" b="1"/>
              <a:t>d- feature dimension</a:t>
            </a:r>
          </a:p>
          <a:p>
            <a:pPr marL="285750" indent="-285750" algn="l">
              <a:buFont typeface="Arial" panose="020B0604020202020204" pitchFamily="34" charset="0"/>
              <a:buChar char="•"/>
            </a:pPr>
            <a:r>
              <a:rPr lang="en-US" b="1"/>
              <a:t>T-number of layers in the model</a:t>
            </a:r>
            <a:endParaRPr lang="en-IL" b="1"/>
          </a:p>
        </p:txBody>
      </p:sp>
      <p:sp>
        <p:nvSpPr>
          <p:cNvPr id="41" name="תיבת טקסט 40">
            <a:extLst>
              <a:ext uri="{FF2B5EF4-FFF2-40B4-BE49-F238E27FC236}">
                <a16:creationId xmlns:a16="http://schemas.microsoft.com/office/drawing/2014/main" id="{3E4491EE-A244-B2E7-0BBC-8FAE3078C702}"/>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11" name="תיבת טקסט 10">
            <a:extLst>
              <a:ext uri="{FF2B5EF4-FFF2-40B4-BE49-F238E27FC236}">
                <a16:creationId xmlns:a16="http://schemas.microsoft.com/office/drawing/2014/main" id="{82901CC2-9F30-D6A8-722A-CDC2FC011FC8}"/>
              </a:ext>
            </a:extLst>
          </p:cNvPr>
          <p:cNvSpPr txBox="1"/>
          <p:nvPr/>
        </p:nvSpPr>
        <p:spPr>
          <a:xfrm>
            <a:off x="2737744" y="2708029"/>
            <a:ext cx="920124" cy="369332"/>
          </a:xfrm>
          <a:prstGeom prst="rect">
            <a:avLst/>
          </a:prstGeom>
          <a:noFill/>
        </p:spPr>
        <p:txBody>
          <a:bodyPr wrap="none" rtlCol="0">
            <a:spAutoFit/>
          </a:bodyPr>
          <a:lstStyle/>
          <a:p>
            <a:r>
              <a:rPr lang="en-US"/>
              <a:t>O(n*m)</a:t>
            </a:r>
            <a:endParaRPr lang="en-IL"/>
          </a:p>
        </p:txBody>
      </p:sp>
      <p:sp>
        <p:nvSpPr>
          <p:cNvPr id="3" name="תיבת טקסט 2">
            <a:extLst>
              <a:ext uri="{FF2B5EF4-FFF2-40B4-BE49-F238E27FC236}">
                <a16:creationId xmlns:a16="http://schemas.microsoft.com/office/drawing/2014/main" id="{3E0253F3-765F-FEE1-DADC-4C772511466E}"/>
              </a:ext>
            </a:extLst>
          </p:cNvPr>
          <p:cNvSpPr txBox="1"/>
          <p:nvPr/>
        </p:nvSpPr>
        <p:spPr>
          <a:xfrm>
            <a:off x="5342862" y="2668222"/>
            <a:ext cx="1171475" cy="369332"/>
          </a:xfrm>
          <a:prstGeom prst="rect">
            <a:avLst/>
          </a:prstGeom>
          <a:noFill/>
        </p:spPr>
        <p:txBody>
          <a:bodyPr wrap="none" rtlCol="0">
            <a:spAutoFit/>
          </a:bodyPr>
          <a:lstStyle/>
          <a:p>
            <a:r>
              <a:rPr lang="en-US"/>
              <a:t>O(n*m*d)</a:t>
            </a:r>
            <a:endParaRPr lang="en-IL"/>
          </a:p>
        </p:txBody>
      </p:sp>
      <p:sp>
        <p:nvSpPr>
          <p:cNvPr id="9" name="תיבת טקסט 8">
            <a:extLst>
              <a:ext uri="{FF2B5EF4-FFF2-40B4-BE49-F238E27FC236}">
                <a16:creationId xmlns:a16="http://schemas.microsoft.com/office/drawing/2014/main" id="{8AB08B0A-34BE-5A6A-3CF6-A06C930C7DE3}"/>
              </a:ext>
            </a:extLst>
          </p:cNvPr>
          <p:cNvSpPr txBox="1"/>
          <p:nvPr/>
        </p:nvSpPr>
        <p:spPr>
          <a:xfrm>
            <a:off x="8012949" y="2708029"/>
            <a:ext cx="920124" cy="369332"/>
          </a:xfrm>
          <a:prstGeom prst="rect">
            <a:avLst/>
          </a:prstGeom>
          <a:noFill/>
        </p:spPr>
        <p:txBody>
          <a:bodyPr wrap="none" rtlCol="0">
            <a:spAutoFit/>
          </a:bodyPr>
          <a:lstStyle/>
          <a:p>
            <a:r>
              <a:rPr lang="en-US"/>
              <a:t>O(n*m)</a:t>
            </a:r>
            <a:endParaRPr lang="en-IL"/>
          </a:p>
        </p:txBody>
      </p:sp>
      <p:sp>
        <p:nvSpPr>
          <p:cNvPr id="18" name="תיבת טקסט 17">
            <a:extLst>
              <a:ext uri="{FF2B5EF4-FFF2-40B4-BE49-F238E27FC236}">
                <a16:creationId xmlns:a16="http://schemas.microsoft.com/office/drawing/2014/main" id="{2B7668B2-30E5-3EC1-8402-A6EEAD2FA990}"/>
              </a:ext>
            </a:extLst>
          </p:cNvPr>
          <p:cNvSpPr txBox="1"/>
          <p:nvPr/>
        </p:nvSpPr>
        <p:spPr>
          <a:xfrm>
            <a:off x="10376625" y="1203961"/>
            <a:ext cx="1476045" cy="646331"/>
          </a:xfrm>
          <a:prstGeom prst="rect">
            <a:avLst/>
          </a:prstGeom>
          <a:noFill/>
        </p:spPr>
        <p:txBody>
          <a:bodyPr wrap="none" rtlCol="0">
            <a:spAutoFit/>
          </a:bodyPr>
          <a:lstStyle/>
          <a:p>
            <a:r>
              <a:rPr lang="en-US"/>
              <a:t>O(n*m*f*k)+</a:t>
            </a:r>
          </a:p>
          <a:p>
            <a:r>
              <a:rPr lang="en-US"/>
              <a:t>O(n*m*d)</a:t>
            </a:r>
            <a:endParaRPr lang="en-IL"/>
          </a:p>
        </p:txBody>
      </p:sp>
      <p:sp>
        <p:nvSpPr>
          <p:cNvPr id="14" name="תיבת טקסט 13">
            <a:extLst>
              <a:ext uri="{FF2B5EF4-FFF2-40B4-BE49-F238E27FC236}">
                <a16:creationId xmlns:a16="http://schemas.microsoft.com/office/drawing/2014/main" id="{A15BAED3-075F-1DD1-5CF0-3AADC538CC91}"/>
              </a:ext>
            </a:extLst>
          </p:cNvPr>
          <p:cNvSpPr txBox="1"/>
          <p:nvPr/>
        </p:nvSpPr>
        <p:spPr>
          <a:xfrm>
            <a:off x="10654585" y="4167207"/>
            <a:ext cx="1108958" cy="369332"/>
          </a:xfrm>
          <a:prstGeom prst="rect">
            <a:avLst/>
          </a:prstGeom>
          <a:noFill/>
        </p:spPr>
        <p:txBody>
          <a:bodyPr wrap="none" rtlCol="0">
            <a:spAutoFit/>
          </a:bodyPr>
          <a:lstStyle/>
          <a:p>
            <a:r>
              <a:rPr lang="en-US"/>
              <a:t>O(n*d*T)</a:t>
            </a:r>
            <a:endParaRPr lang="en-IL"/>
          </a:p>
        </p:txBody>
      </p:sp>
      <p:sp>
        <p:nvSpPr>
          <p:cNvPr id="16" name="מציין מיקום של מספר שקופית 15">
            <a:extLst>
              <a:ext uri="{FF2B5EF4-FFF2-40B4-BE49-F238E27FC236}">
                <a16:creationId xmlns:a16="http://schemas.microsoft.com/office/drawing/2014/main" id="{2410509B-2038-E9C5-DAE1-E73087FB8BB9}"/>
              </a:ext>
            </a:extLst>
          </p:cNvPr>
          <p:cNvSpPr>
            <a:spLocks noGrp="1"/>
          </p:cNvSpPr>
          <p:nvPr>
            <p:ph type="sldNum" sz="quarter" idx="12"/>
          </p:nvPr>
        </p:nvSpPr>
        <p:spPr/>
        <p:txBody>
          <a:bodyPr/>
          <a:lstStyle/>
          <a:p>
            <a:fld id="{135B17FB-6829-41EE-A149-E4AC190BB076}" type="slidenum">
              <a:rPr lang="en-IL" smtClean="0"/>
              <a:t>12</a:t>
            </a:fld>
            <a:endParaRPr lang="en-IL"/>
          </a:p>
        </p:txBody>
      </p:sp>
    </p:spTree>
    <p:extLst>
      <p:ext uri="{BB962C8B-B14F-4D97-AF65-F5344CB8AC3E}">
        <p14:creationId xmlns:p14="http://schemas.microsoft.com/office/powerpoint/2010/main" val="691929386"/>
      </p:ext>
    </p:extLst>
  </p:cSld>
  <p:clrMapOvr>
    <a:masterClrMapping/>
  </p:clrMapOvr>
  <mc:AlternateContent xmlns:mc="http://schemas.openxmlformats.org/markup-compatibility/2006">
    <mc:Choice xmlns:p14="http://schemas.microsoft.com/office/powerpoint/2010/main" Requires="p14">
      <p:transition spd="slow" p14:dur="2000" advTm="1085"/>
    </mc:Choice>
    <mc:Fallback>
      <p:transition spd="slow" advTm="108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8E261-DE34-4A58-860C-2A26567903E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BC928FD0-58F1-1761-D668-BB6AECD70333}"/>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Sentence Reconstruction</a:t>
            </a:r>
            <a:endParaRPr lang="en-IL"/>
          </a:p>
        </p:txBody>
      </p:sp>
      <p:sp>
        <p:nvSpPr>
          <p:cNvPr id="4" name="מלבן 3">
            <a:extLst>
              <a:ext uri="{FF2B5EF4-FFF2-40B4-BE49-F238E27FC236}">
                <a16:creationId xmlns:a16="http://schemas.microsoft.com/office/drawing/2014/main" id="{4FD8E38E-25AE-C48A-3BDE-36E251B66760}"/>
              </a:ext>
            </a:extLst>
          </p:cNvPr>
          <p:cNvSpPr/>
          <p:nvPr/>
        </p:nvSpPr>
        <p:spPr>
          <a:xfrm>
            <a:off x="317696" y="177838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6708B7E3-1E17-85CA-4C4D-39FEAEEE64FA}"/>
              </a:ext>
            </a:extLst>
          </p:cNvPr>
          <p:cNvSpPr/>
          <p:nvPr/>
        </p:nvSpPr>
        <p:spPr>
          <a:xfrm>
            <a:off x="2460674"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CE2C6160-6B89-AC2F-9246-19A65D0A8DA6}"/>
              </a:ext>
            </a:extLst>
          </p:cNvPr>
          <p:cNvSpPr/>
          <p:nvPr/>
        </p:nvSpPr>
        <p:spPr>
          <a:xfrm>
            <a:off x="5113606"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6A2D6E5F-449E-BAD2-B21E-7BDBEBDB9A6F}"/>
              </a:ext>
            </a:extLst>
          </p:cNvPr>
          <p:cNvSpPr/>
          <p:nvPr/>
        </p:nvSpPr>
        <p:spPr>
          <a:xfrm>
            <a:off x="7696200" y="1793630"/>
            <a:ext cx="1595510"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8D07663C-2971-8460-78A5-B2F301F48692}"/>
              </a:ext>
            </a:extLst>
          </p:cNvPr>
          <p:cNvSpPr/>
          <p:nvPr/>
        </p:nvSpPr>
        <p:spPr>
          <a:xfrm>
            <a:off x="10354993" y="1793630"/>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608860BF-A818-B113-1C14-8DD8155ABB89}"/>
              </a:ext>
            </a:extLst>
          </p:cNvPr>
          <p:cNvSpPr/>
          <p:nvPr/>
        </p:nvSpPr>
        <p:spPr>
          <a:xfrm>
            <a:off x="10316893" y="3312355"/>
            <a:ext cx="1595510"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0600EDD9-4CBF-0314-902A-34F87417E971}"/>
              </a:ext>
            </a:extLst>
          </p:cNvPr>
          <p:cNvSpPr/>
          <p:nvPr/>
        </p:nvSpPr>
        <p:spPr>
          <a:xfrm>
            <a:off x="7693268" y="3312356"/>
            <a:ext cx="1712156"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80005A6F-3AFA-777E-5FD5-4A949980E17A}"/>
              </a:ext>
            </a:extLst>
          </p:cNvPr>
          <p:cNvSpPr/>
          <p:nvPr/>
        </p:nvSpPr>
        <p:spPr>
          <a:xfrm>
            <a:off x="5212666" y="3319977"/>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3E0B8A24-FDBE-08CC-BC51-A98876E95976}"/>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214845B8-2BE0-4D5F-13B1-5554464C0D21}"/>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CF7CC8A8-C868-F7F7-805E-A0CFF4EDFFEC}"/>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A7DCA1A8-A562-8560-BB9F-0899C4867DBF}"/>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33085D45-3D3A-31CB-0929-BA7D4EEF7B0D}"/>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E8704A92-3964-AB5D-8598-7BEB9D7A567B}"/>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14BFBD32-5C53-4BE4-F6E3-752F7C123818}"/>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BD14DF4E-5AA7-77AB-1833-86E35FA3BDBA}"/>
              </a:ext>
            </a:extLst>
          </p:cNvPr>
          <p:cNvSpPr txBox="1"/>
          <p:nvPr/>
        </p:nvSpPr>
        <p:spPr>
          <a:xfrm>
            <a:off x="669388" y="4846323"/>
            <a:ext cx="10605868" cy="92333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GB" b="1"/>
              <a:t>Algorithm</a:t>
            </a:r>
            <a:r>
              <a:rPr lang="en-GB"/>
              <a:t>: </a:t>
            </a:r>
            <a:r>
              <a:rPr lang="en-GB" b="1"/>
              <a:t>Beam Search</a:t>
            </a:r>
            <a:r>
              <a:rPr lang="en-GB"/>
              <a:t> with </a:t>
            </a:r>
            <a:r>
              <a:rPr lang="en-GB" b="1"/>
              <a:t>Perplexity Analysis</a:t>
            </a:r>
            <a:r>
              <a:rPr lang="en-GB"/>
              <a:t>.</a:t>
            </a:r>
          </a:p>
          <a:p>
            <a:pPr marL="285750" indent="-285750" algn="l">
              <a:buFont typeface="Arial" panose="020B0604020202020204" pitchFamily="34" charset="0"/>
              <a:buChar char="•"/>
            </a:pPr>
            <a:r>
              <a:rPr lang="en-GB" b="1"/>
              <a:t>V - vocabulary size</a:t>
            </a:r>
          </a:p>
          <a:p>
            <a:pPr marL="285750" indent="-285750" algn="l">
              <a:buFont typeface="Arial" panose="020B0604020202020204" pitchFamily="34" charset="0"/>
              <a:buChar char="•"/>
            </a:pPr>
            <a:r>
              <a:rPr lang="en-GB" b="1"/>
              <a:t> p - number of possible word combinations</a:t>
            </a:r>
            <a:endParaRPr lang="en-IL" b="1"/>
          </a:p>
        </p:txBody>
      </p:sp>
      <p:sp>
        <p:nvSpPr>
          <p:cNvPr id="41" name="תיבת טקסט 40">
            <a:extLst>
              <a:ext uri="{FF2B5EF4-FFF2-40B4-BE49-F238E27FC236}">
                <a16:creationId xmlns:a16="http://schemas.microsoft.com/office/drawing/2014/main" id="{B68ECF57-540E-908D-5C6C-0264FD915288}"/>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11" name="תיבת טקסט 10">
            <a:extLst>
              <a:ext uri="{FF2B5EF4-FFF2-40B4-BE49-F238E27FC236}">
                <a16:creationId xmlns:a16="http://schemas.microsoft.com/office/drawing/2014/main" id="{5CCA3B28-6DE3-5912-FE45-B752BB87EDC5}"/>
              </a:ext>
            </a:extLst>
          </p:cNvPr>
          <p:cNvSpPr txBox="1"/>
          <p:nvPr/>
        </p:nvSpPr>
        <p:spPr>
          <a:xfrm>
            <a:off x="2737744" y="2708029"/>
            <a:ext cx="920124" cy="369332"/>
          </a:xfrm>
          <a:prstGeom prst="rect">
            <a:avLst/>
          </a:prstGeom>
          <a:noFill/>
        </p:spPr>
        <p:txBody>
          <a:bodyPr wrap="none" rtlCol="0">
            <a:spAutoFit/>
          </a:bodyPr>
          <a:lstStyle/>
          <a:p>
            <a:r>
              <a:rPr lang="en-US"/>
              <a:t>O(n*m)</a:t>
            </a:r>
            <a:endParaRPr lang="en-IL"/>
          </a:p>
        </p:txBody>
      </p:sp>
      <p:sp>
        <p:nvSpPr>
          <p:cNvPr id="3" name="תיבת טקסט 2">
            <a:extLst>
              <a:ext uri="{FF2B5EF4-FFF2-40B4-BE49-F238E27FC236}">
                <a16:creationId xmlns:a16="http://schemas.microsoft.com/office/drawing/2014/main" id="{79196B99-AA58-D67B-5C30-FDD4D1C06527}"/>
              </a:ext>
            </a:extLst>
          </p:cNvPr>
          <p:cNvSpPr txBox="1"/>
          <p:nvPr/>
        </p:nvSpPr>
        <p:spPr>
          <a:xfrm>
            <a:off x="5342862" y="2668222"/>
            <a:ext cx="1171475" cy="369332"/>
          </a:xfrm>
          <a:prstGeom prst="rect">
            <a:avLst/>
          </a:prstGeom>
          <a:noFill/>
        </p:spPr>
        <p:txBody>
          <a:bodyPr wrap="none" rtlCol="0">
            <a:spAutoFit/>
          </a:bodyPr>
          <a:lstStyle/>
          <a:p>
            <a:r>
              <a:rPr lang="en-US"/>
              <a:t>O(n*m*d)</a:t>
            </a:r>
            <a:endParaRPr lang="en-IL"/>
          </a:p>
        </p:txBody>
      </p:sp>
      <p:sp>
        <p:nvSpPr>
          <p:cNvPr id="9" name="תיבת טקסט 8">
            <a:extLst>
              <a:ext uri="{FF2B5EF4-FFF2-40B4-BE49-F238E27FC236}">
                <a16:creationId xmlns:a16="http://schemas.microsoft.com/office/drawing/2014/main" id="{16470561-C7DE-9AA3-EFBC-516E7B6B716B}"/>
              </a:ext>
            </a:extLst>
          </p:cNvPr>
          <p:cNvSpPr txBox="1"/>
          <p:nvPr/>
        </p:nvSpPr>
        <p:spPr>
          <a:xfrm>
            <a:off x="8012949" y="2708029"/>
            <a:ext cx="920124" cy="369332"/>
          </a:xfrm>
          <a:prstGeom prst="rect">
            <a:avLst/>
          </a:prstGeom>
          <a:noFill/>
        </p:spPr>
        <p:txBody>
          <a:bodyPr wrap="none" rtlCol="0">
            <a:spAutoFit/>
          </a:bodyPr>
          <a:lstStyle/>
          <a:p>
            <a:r>
              <a:rPr lang="en-US"/>
              <a:t>O(n*m)</a:t>
            </a:r>
            <a:endParaRPr lang="en-IL"/>
          </a:p>
        </p:txBody>
      </p:sp>
      <p:sp>
        <p:nvSpPr>
          <p:cNvPr id="18" name="תיבת טקסט 17">
            <a:extLst>
              <a:ext uri="{FF2B5EF4-FFF2-40B4-BE49-F238E27FC236}">
                <a16:creationId xmlns:a16="http://schemas.microsoft.com/office/drawing/2014/main" id="{03A68B97-7DCE-6303-8AFF-FB9BCDDE6474}"/>
              </a:ext>
            </a:extLst>
          </p:cNvPr>
          <p:cNvSpPr txBox="1"/>
          <p:nvPr/>
        </p:nvSpPr>
        <p:spPr>
          <a:xfrm>
            <a:off x="10376625" y="1203961"/>
            <a:ext cx="1476045" cy="646331"/>
          </a:xfrm>
          <a:prstGeom prst="rect">
            <a:avLst/>
          </a:prstGeom>
          <a:noFill/>
        </p:spPr>
        <p:txBody>
          <a:bodyPr wrap="none" rtlCol="0">
            <a:spAutoFit/>
          </a:bodyPr>
          <a:lstStyle/>
          <a:p>
            <a:r>
              <a:rPr lang="en-US"/>
              <a:t>O(n*m*f*k)+</a:t>
            </a:r>
          </a:p>
          <a:p>
            <a:r>
              <a:rPr lang="en-US"/>
              <a:t>O(n*m*d)</a:t>
            </a:r>
            <a:endParaRPr lang="en-IL"/>
          </a:p>
        </p:txBody>
      </p:sp>
      <p:sp>
        <p:nvSpPr>
          <p:cNvPr id="14" name="תיבת טקסט 13">
            <a:extLst>
              <a:ext uri="{FF2B5EF4-FFF2-40B4-BE49-F238E27FC236}">
                <a16:creationId xmlns:a16="http://schemas.microsoft.com/office/drawing/2014/main" id="{57956EAD-62D2-3F9E-7E90-4366D9417628}"/>
              </a:ext>
            </a:extLst>
          </p:cNvPr>
          <p:cNvSpPr txBox="1"/>
          <p:nvPr/>
        </p:nvSpPr>
        <p:spPr>
          <a:xfrm>
            <a:off x="10654585" y="4167207"/>
            <a:ext cx="1108958" cy="369332"/>
          </a:xfrm>
          <a:prstGeom prst="rect">
            <a:avLst/>
          </a:prstGeom>
          <a:noFill/>
        </p:spPr>
        <p:txBody>
          <a:bodyPr wrap="none" rtlCol="0">
            <a:spAutoFit/>
          </a:bodyPr>
          <a:lstStyle/>
          <a:p>
            <a:r>
              <a:rPr lang="en-US"/>
              <a:t>O(n*d*T)</a:t>
            </a:r>
            <a:endParaRPr lang="en-IL"/>
          </a:p>
        </p:txBody>
      </p:sp>
      <p:sp>
        <p:nvSpPr>
          <p:cNvPr id="21" name="תיבת טקסט 20">
            <a:extLst>
              <a:ext uri="{FF2B5EF4-FFF2-40B4-BE49-F238E27FC236}">
                <a16:creationId xmlns:a16="http://schemas.microsoft.com/office/drawing/2014/main" id="{753F1B3F-6964-E071-9999-ED9DFCE0D92A}"/>
              </a:ext>
            </a:extLst>
          </p:cNvPr>
          <p:cNvSpPr txBox="1"/>
          <p:nvPr/>
        </p:nvSpPr>
        <p:spPr>
          <a:xfrm>
            <a:off x="8028876" y="4167207"/>
            <a:ext cx="836704" cy="369332"/>
          </a:xfrm>
          <a:prstGeom prst="rect">
            <a:avLst/>
          </a:prstGeom>
          <a:noFill/>
        </p:spPr>
        <p:txBody>
          <a:bodyPr wrap="none" rtlCol="0">
            <a:spAutoFit/>
          </a:bodyPr>
          <a:lstStyle/>
          <a:p>
            <a:r>
              <a:rPr lang="en-US"/>
              <a:t>O(v*p)</a:t>
            </a:r>
            <a:endParaRPr lang="en-IL"/>
          </a:p>
        </p:txBody>
      </p:sp>
      <p:sp>
        <p:nvSpPr>
          <p:cNvPr id="16" name="מציין מיקום של מספר שקופית 15">
            <a:extLst>
              <a:ext uri="{FF2B5EF4-FFF2-40B4-BE49-F238E27FC236}">
                <a16:creationId xmlns:a16="http://schemas.microsoft.com/office/drawing/2014/main" id="{566290A2-25CC-2F5C-2B9D-BB7C06E614B1}"/>
              </a:ext>
            </a:extLst>
          </p:cNvPr>
          <p:cNvSpPr>
            <a:spLocks noGrp="1"/>
          </p:cNvSpPr>
          <p:nvPr>
            <p:ph type="sldNum" sz="quarter" idx="12"/>
          </p:nvPr>
        </p:nvSpPr>
        <p:spPr/>
        <p:txBody>
          <a:bodyPr/>
          <a:lstStyle/>
          <a:p>
            <a:fld id="{135B17FB-6829-41EE-A149-E4AC190BB076}" type="slidenum">
              <a:rPr lang="en-IL" smtClean="0"/>
              <a:t>13</a:t>
            </a:fld>
            <a:endParaRPr lang="en-IL"/>
          </a:p>
        </p:txBody>
      </p:sp>
    </p:spTree>
    <p:extLst>
      <p:ext uri="{BB962C8B-B14F-4D97-AF65-F5344CB8AC3E}">
        <p14:creationId xmlns:p14="http://schemas.microsoft.com/office/powerpoint/2010/main" val="3395833615"/>
      </p:ext>
    </p:extLst>
  </p:cSld>
  <p:clrMapOvr>
    <a:masterClrMapping/>
  </p:clrMapOvr>
  <mc:AlternateContent xmlns:mc="http://schemas.openxmlformats.org/markup-compatibility/2006">
    <mc:Choice xmlns:p14="http://schemas.microsoft.com/office/powerpoint/2010/main" Requires="p14">
      <p:transition spd="slow" p14:dur="2000" advTm="1156"/>
    </mc:Choice>
    <mc:Fallback>
      <p:transition spd="slow" advTm="1156"/>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958C1-D759-D9FC-C7F5-B2990A817DE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21623094-F2FF-A907-52F4-EF67B313239D}"/>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Preprocessing Frames</a:t>
            </a:r>
            <a:endParaRPr lang="en-IL"/>
          </a:p>
        </p:txBody>
      </p:sp>
      <p:sp>
        <p:nvSpPr>
          <p:cNvPr id="4" name="מלבן 3">
            <a:extLst>
              <a:ext uri="{FF2B5EF4-FFF2-40B4-BE49-F238E27FC236}">
                <a16:creationId xmlns:a16="http://schemas.microsoft.com/office/drawing/2014/main" id="{DCD16B68-27D9-D9E5-941A-4BFA12DE51F3}"/>
              </a:ext>
            </a:extLst>
          </p:cNvPr>
          <p:cNvSpPr/>
          <p:nvPr/>
        </p:nvSpPr>
        <p:spPr>
          <a:xfrm>
            <a:off x="317696" y="177838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4CFC3DC7-63A9-426D-D20A-F2DB6B25D696}"/>
              </a:ext>
            </a:extLst>
          </p:cNvPr>
          <p:cNvSpPr/>
          <p:nvPr/>
        </p:nvSpPr>
        <p:spPr>
          <a:xfrm>
            <a:off x="2460674"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C4AF89CC-2FC8-6356-73A5-4C5768423A68}"/>
              </a:ext>
            </a:extLst>
          </p:cNvPr>
          <p:cNvSpPr/>
          <p:nvPr/>
        </p:nvSpPr>
        <p:spPr>
          <a:xfrm>
            <a:off x="5113606"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B033E842-2391-9F0E-FCC6-5254788C3E15}"/>
              </a:ext>
            </a:extLst>
          </p:cNvPr>
          <p:cNvSpPr/>
          <p:nvPr/>
        </p:nvSpPr>
        <p:spPr>
          <a:xfrm>
            <a:off x="7696200" y="1793630"/>
            <a:ext cx="1595510"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1ADD4ADD-771A-6BCA-E085-B42A55A7215F}"/>
              </a:ext>
            </a:extLst>
          </p:cNvPr>
          <p:cNvSpPr/>
          <p:nvPr/>
        </p:nvSpPr>
        <p:spPr>
          <a:xfrm>
            <a:off x="10354993" y="1793630"/>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BCD501FB-56C5-D538-4236-F9F5629A302E}"/>
              </a:ext>
            </a:extLst>
          </p:cNvPr>
          <p:cNvSpPr/>
          <p:nvPr/>
        </p:nvSpPr>
        <p:spPr>
          <a:xfrm>
            <a:off x="10316893" y="3312355"/>
            <a:ext cx="1595510"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03B73A3D-33F8-F14F-317C-70C41CFF6295}"/>
              </a:ext>
            </a:extLst>
          </p:cNvPr>
          <p:cNvSpPr/>
          <p:nvPr/>
        </p:nvSpPr>
        <p:spPr>
          <a:xfrm>
            <a:off x="7693268" y="3312356"/>
            <a:ext cx="1712156"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15E86ACE-E7C1-6B00-6FE0-7D4919D7C406}"/>
              </a:ext>
            </a:extLst>
          </p:cNvPr>
          <p:cNvSpPr/>
          <p:nvPr/>
        </p:nvSpPr>
        <p:spPr>
          <a:xfrm>
            <a:off x="5212666" y="331997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C5FF1794-E343-D4EA-4331-D2AC71E0F4B8}"/>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DA485033-7A45-D887-A8DE-B9C4FBA91E63}"/>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8D3EA5D5-A4F5-BC5B-E785-52ECA38E3234}"/>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E8EE100C-E5E8-AA4E-EE73-4FF638FDA093}"/>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5D83BD1F-D4A2-B76C-760D-34A399C655E2}"/>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5875D64F-CAA6-4275-82B8-BB2A5A113D2B}"/>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946CED3B-52D5-F688-A034-EF76494C1FED}"/>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27F0F8F3-DFFC-5F15-BAED-3ECB58EBE731}"/>
              </a:ext>
            </a:extLst>
          </p:cNvPr>
          <p:cNvSpPr txBox="1"/>
          <p:nvPr/>
        </p:nvSpPr>
        <p:spPr>
          <a:xfrm>
            <a:off x="669388" y="4846323"/>
            <a:ext cx="10605868" cy="36933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GB" b="1"/>
              <a:t>Desired Output</a:t>
            </a:r>
            <a:endParaRPr lang="en-IL"/>
          </a:p>
        </p:txBody>
      </p:sp>
      <p:sp>
        <p:nvSpPr>
          <p:cNvPr id="41" name="תיבת טקסט 40">
            <a:extLst>
              <a:ext uri="{FF2B5EF4-FFF2-40B4-BE49-F238E27FC236}">
                <a16:creationId xmlns:a16="http://schemas.microsoft.com/office/drawing/2014/main" id="{6DD23DE4-44CD-9984-9D7A-F741006BBE1F}"/>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11" name="תיבת טקסט 10">
            <a:extLst>
              <a:ext uri="{FF2B5EF4-FFF2-40B4-BE49-F238E27FC236}">
                <a16:creationId xmlns:a16="http://schemas.microsoft.com/office/drawing/2014/main" id="{032B78AB-6432-51BF-09AD-ADD1E1B09ED8}"/>
              </a:ext>
            </a:extLst>
          </p:cNvPr>
          <p:cNvSpPr txBox="1"/>
          <p:nvPr/>
        </p:nvSpPr>
        <p:spPr>
          <a:xfrm>
            <a:off x="2737744" y="2708029"/>
            <a:ext cx="920124" cy="369332"/>
          </a:xfrm>
          <a:prstGeom prst="rect">
            <a:avLst/>
          </a:prstGeom>
          <a:noFill/>
        </p:spPr>
        <p:txBody>
          <a:bodyPr wrap="none" rtlCol="0">
            <a:spAutoFit/>
          </a:bodyPr>
          <a:lstStyle/>
          <a:p>
            <a:r>
              <a:rPr lang="en-US"/>
              <a:t>O(n*m)</a:t>
            </a:r>
            <a:endParaRPr lang="en-IL"/>
          </a:p>
        </p:txBody>
      </p:sp>
      <p:sp>
        <p:nvSpPr>
          <p:cNvPr id="3" name="תיבת טקסט 2">
            <a:extLst>
              <a:ext uri="{FF2B5EF4-FFF2-40B4-BE49-F238E27FC236}">
                <a16:creationId xmlns:a16="http://schemas.microsoft.com/office/drawing/2014/main" id="{F86BFD00-DF7A-FA0C-C48F-265B0FF318BC}"/>
              </a:ext>
            </a:extLst>
          </p:cNvPr>
          <p:cNvSpPr txBox="1"/>
          <p:nvPr/>
        </p:nvSpPr>
        <p:spPr>
          <a:xfrm>
            <a:off x="5342862" y="2668222"/>
            <a:ext cx="1171475" cy="369332"/>
          </a:xfrm>
          <a:prstGeom prst="rect">
            <a:avLst/>
          </a:prstGeom>
          <a:noFill/>
        </p:spPr>
        <p:txBody>
          <a:bodyPr wrap="none" rtlCol="0">
            <a:spAutoFit/>
          </a:bodyPr>
          <a:lstStyle/>
          <a:p>
            <a:r>
              <a:rPr lang="en-US"/>
              <a:t>O(n*m*d)</a:t>
            </a:r>
            <a:endParaRPr lang="en-IL"/>
          </a:p>
        </p:txBody>
      </p:sp>
      <p:sp>
        <p:nvSpPr>
          <p:cNvPr id="9" name="תיבת טקסט 8">
            <a:extLst>
              <a:ext uri="{FF2B5EF4-FFF2-40B4-BE49-F238E27FC236}">
                <a16:creationId xmlns:a16="http://schemas.microsoft.com/office/drawing/2014/main" id="{5D402F4B-66FE-839D-87D2-308D643C388E}"/>
              </a:ext>
            </a:extLst>
          </p:cNvPr>
          <p:cNvSpPr txBox="1"/>
          <p:nvPr/>
        </p:nvSpPr>
        <p:spPr>
          <a:xfrm>
            <a:off x="8012949" y="2708029"/>
            <a:ext cx="920124" cy="369332"/>
          </a:xfrm>
          <a:prstGeom prst="rect">
            <a:avLst/>
          </a:prstGeom>
          <a:noFill/>
        </p:spPr>
        <p:txBody>
          <a:bodyPr wrap="none" rtlCol="0">
            <a:spAutoFit/>
          </a:bodyPr>
          <a:lstStyle/>
          <a:p>
            <a:r>
              <a:rPr lang="en-US"/>
              <a:t>O(n*m)</a:t>
            </a:r>
            <a:endParaRPr lang="en-IL"/>
          </a:p>
        </p:txBody>
      </p:sp>
      <p:sp>
        <p:nvSpPr>
          <p:cNvPr id="18" name="תיבת טקסט 17">
            <a:extLst>
              <a:ext uri="{FF2B5EF4-FFF2-40B4-BE49-F238E27FC236}">
                <a16:creationId xmlns:a16="http://schemas.microsoft.com/office/drawing/2014/main" id="{DE410E79-43A0-7D6B-47AD-84339B3BD51D}"/>
              </a:ext>
            </a:extLst>
          </p:cNvPr>
          <p:cNvSpPr txBox="1"/>
          <p:nvPr/>
        </p:nvSpPr>
        <p:spPr>
          <a:xfrm>
            <a:off x="10376625" y="1203961"/>
            <a:ext cx="1476045" cy="646331"/>
          </a:xfrm>
          <a:prstGeom prst="rect">
            <a:avLst/>
          </a:prstGeom>
          <a:noFill/>
        </p:spPr>
        <p:txBody>
          <a:bodyPr wrap="none" rtlCol="0">
            <a:spAutoFit/>
          </a:bodyPr>
          <a:lstStyle/>
          <a:p>
            <a:r>
              <a:rPr lang="en-US"/>
              <a:t>O(n*m*f*k)+</a:t>
            </a:r>
          </a:p>
          <a:p>
            <a:r>
              <a:rPr lang="en-US"/>
              <a:t>O(n*m*d)</a:t>
            </a:r>
            <a:endParaRPr lang="en-IL"/>
          </a:p>
        </p:txBody>
      </p:sp>
      <p:sp>
        <p:nvSpPr>
          <p:cNvPr id="14" name="תיבת טקסט 13">
            <a:extLst>
              <a:ext uri="{FF2B5EF4-FFF2-40B4-BE49-F238E27FC236}">
                <a16:creationId xmlns:a16="http://schemas.microsoft.com/office/drawing/2014/main" id="{E93FD7EF-24A8-9EE0-B6D5-595815DB8FD0}"/>
              </a:ext>
            </a:extLst>
          </p:cNvPr>
          <p:cNvSpPr txBox="1"/>
          <p:nvPr/>
        </p:nvSpPr>
        <p:spPr>
          <a:xfrm>
            <a:off x="10654585" y="4167207"/>
            <a:ext cx="1108958" cy="369332"/>
          </a:xfrm>
          <a:prstGeom prst="rect">
            <a:avLst/>
          </a:prstGeom>
          <a:noFill/>
        </p:spPr>
        <p:txBody>
          <a:bodyPr wrap="none" rtlCol="0">
            <a:spAutoFit/>
          </a:bodyPr>
          <a:lstStyle/>
          <a:p>
            <a:r>
              <a:rPr lang="en-US"/>
              <a:t>O(n*d*T)</a:t>
            </a:r>
            <a:endParaRPr lang="en-IL"/>
          </a:p>
        </p:txBody>
      </p:sp>
      <p:sp>
        <p:nvSpPr>
          <p:cNvPr id="21" name="תיבת טקסט 20">
            <a:extLst>
              <a:ext uri="{FF2B5EF4-FFF2-40B4-BE49-F238E27FC236}">
                <a16:creationId xmlns:a16="http://schemas.microsoft.com/office/drawing/2014/main" id="{995FC26A-C5A6-6A9D-458A-BDA74143CA33}"/>
              </a:ext>
            </a:extLst>
          </p:cNvPr>
          <p:cNvSpPr txBox="1"/>
          <p:nvPr/>
        </p:nvSpPr>
        <p:spPr>
          <a:xfrm>
            <a:off x="8028876" y="4167207"/>
            <a:ext cx="836704" cy="369332"/>
          </a:xfrm>
          <a:prstGeom prst="rect">
            <a:avLst/>
          </a:prstGeom>
          <a:noFill/>
        </p:spPr>
        <p:txBody>
          <a:bodyPr wrap="none" rtlCol="0">
            <a:spAutoFit/>
          </a:bodyPr>
          <a:lstStyle/>
          <a:p>
            <a:r>
              <a:rPr lang="en-US"/>
              <a:t>O(v*p)</a:t>
            </a:r>
            <a:endParaRPr lang="en-IL"/>
          </a:p>
        </p:txBody>
      </p:sp>
      <p:sp>
        <p:nvSpPr>
          <p:cNvPr id="16" name="תיבת טקסט 15">
            <a:extLst>
              <a:ext uri="{FF2B5EF4-FFF2-40B4-BE49-F238E27FC236}">
                <a16:creationId xmlns:a16="http://schemas.microsoft.com/office/drawing/2014/main" id="{0EF3E6A4-5086-548A-6559-AA526FDBAB05}"/>
              </a:ext>
            </a:extLst>
          </p:cNvPr>
          <p:cNvSpPr txBox="1"/>
          <p:nvPr/>
        </p:nvSpPr>
        <p:spPr>
          <a:xfrm>
            <a:off x="5553969" y="4174829"/>
            <a:ext cx="595035" cy="369332"/>
          </a:xfrm>
          <a:prstGeom prst="rect">
            <a:avLst/>
          </a:prstGeom>
          <a:noFill/>
        </p:spPr>
        <p:txBody>
          <a:bodyPr wrap="none" rtlCol="0">
            <a:spAutoFit/>
          </a:bodyPr>
          <a:lstStyle/>
          <a:p>
            <a:r>
              <a:rPr lang="en-US"/>
              <a:t>O(1)</a:t>
            </a:r>
            <a:endParaRPr lang="en-IL"/>
          </a:p>
        </p:txBody>
      </p:sp>
      <p:sp>
        <p:nvSpPr>
          <p:cNvPr id="20" name="מציין מיקום של מספר שקופית 19">
            <a:extLst>
              <a:ext uri="{FF2B5EF4-FFF2-40B4-BE49-F238E27FC236}">
                <a16:creationId xmlns:a16="http://schemas.microsoft.com/office/drawing/2014/main" id="{3587161C-539D-C239-36AB-917D02145AA1}"/>
              </a:ext>
            </a:extLst>
          </p:cNvPr>
          <p:cNvSpPr>
            <a:spLocks noGrp="1"/>
          </p:cNvSpPr>
          <p:nvPr>
            <p:ph type="sldNum" sz="quarter" idx="12"/>
          </p:nvPr>
        </p:nvSpPr>
        <p:spPr/>
        <p:txBody>
          <a:bodyPr/>
          <a:lstStyle/>
          <a:p>
            <a:fld id="{135B17FB-6829-41EE-A149-E4AC190BB076}" type="slidenum">
              <a:rPr lang="en-IL" smtClean="0"/>
              <a:t>14</a:t>
            </a:fld>
            <a:endParaRPr lang="en-IL"/>
          </a:p>
        </p:txBody>
      </p:sp>
    </p:spTree>
    <p:extLst>
      <p:ext uri="{BB962C8B-B14F-4D97-AF65-F5344CB8AC3E}">
        <p14:creationId xmlns:p14="http://schemas.microsoft.com/office/powerpoint/2010/main" val="3674763097"/>
      </p:ext>
    </p:extLst>
  </p:cSld>
  <p:clrMapOvr>
    <a:masterClrMapping/>
  </p:clrMapOvr>
  <mc:AlternateContent xmlns:mc="http://schemas.openxmlformats.org/markup-compatibility/2006">
    <mc:Choice xmlns:p14="http://schemas.microsoft.com/office/powerpoint/2010/main" Requires="p14">
      <p:transition spd="slow" p14:dur="2000" advTm="1115"/>
    </mc:Choice>
    <mc:Fallback>
      <p:transition spd="slow" advTm="111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13D58C0-B498-0D63-BD13-92AB2D8F8787}"/>
              </a:ext>
            </a:extLst>
          </p:cNvPr>
          <p:cNvSpPr>
            <a:spLocks noGrp="1"/>
          </p:cNvSpPr>
          <p:nvPr>
            <p:ph type="title"/>
          </p:nvPr>
        </p:nvSpPr>
        <p:spPr>
          <a:xfrm>
            <a:off x="1061977" y="123921"/>
            <a:ext cx="9875520" cy="1254132"/>
          </a:xfrm>
        </p:spPr>
        <p:txBody>
          <a:bodyPr/>
          <a:lstStyle/>
          <a:p>
            <a:r>
              <a:rPr lang="en-US"/>
              <a:t>Pseudo Code</a:t>
            </a:r>
            <a:endParaRPr lang="en-IL"/>
          </a:p>
        </p:txBody>
      </p:sp>
      <p:sp>
        <p:nvSpPr>
          <p:cNvPr id="4" name="מציין מיקום של מספר שקופית 3">
            <a:extLst>
              <a:ext uri="{FF2B5EF4-FFF2-40B4-BE49-F238E27FC236}">
                <a16:creationId xmlns:a16="http://schemas.microsoft.com/office/drawing/2014/main" id="{25CC76E1-F215-0810-FCB7-447773A87201}"/>
              </a:ext>
            </a:extLst>
          </p:cNvPr>
          <p:cNvSpPr>
            <a:spLocks noGrp="1"/>
          </p:cNvSpPr>
          <p:nvPr>
            <p:ph type="sldNum" sz="quarter" idx="12"/>
          </p:nvPr>
        </p:nvSpPr>
        <p:spPr/>
        <p:txBody>
          <a:bodyPr/>
          <a:lstStyle/>
          <a:p>
            <a:fld id="{135B17FB-6829-41EE-A149-E4AC190BB076}" type="slidenum">
              <a:rPr lang="en-IL" smtClean="0"/>
              <a:t>15</a:t>
            </a:fld>
            <a:endParaRPr lang="en-IL"/>
          </a:p>
        </p:txBody>
      </p:sp>
      <p:pic>
        <p:nvPicPr>
          <p:cNvPr id="5" name="מציין מיקום תוכן 4">
            <a:extLst>
              <a:ext uri="{FF2B5EF4-FFF2-40B4-BE49-F238E27FC236}">
                <a16:creationId xmlns:a16="http://schemas.microsoft.com/office/drawing/2014/main" id="{FC8D78C3-9671-6A85-BA23-633EA1D57A44}"/>
              </a:ext>
            </a:extLst>
          </p:cNvPr>
          <p:cNvPicPr>
            <a:picLocks noGrp="1" noChangeAspect="1"/>
          </p:cNvPicPr>
          <p:nvPr>
            <p:ph idx="1"/>
          </p:nvPr>
        </p:nvPicPr>
        <p:blipFill>
          <a:blip r:embed="rId2"/>
          <a:stretch>
            <a:fillRect/>
          </a:stretch>
        </p:blipFill>
        <p:spPr>
          <a:xfrm>
            <a:off x="7543113" y="1982616"/>
            <a:ext cx="4248743" cy="2686425"/>
          </a:xfrm>
          <a:prstGeom prst="rect">
            <a:avLst/>
          </a:prstGeom>
        </p:spPr>
      </p:pic>
      <p:pic>
        <p:nvPicPr>
          <p:cNvPr id="6" name="תמונה 5">
            <a:extLst>
              <a:ext uri="{FF2B5EF4-FFF2-40B4-BE49-F238E27FC236}">
                <a16:creationId xmlns:a16="http://schemas.microsoft.com/office/drawing/2014/main" id="{360B8496-4AB2-254B-215E-650AB2F72FD4}"/>
              </a:ext>
            </a:extLst>
          </p:cNvPr>
          <p:cNvPicPr>
            <a:picLocks noChangeAspect="1"/>
          </p:cNvPicPr>
          <p:nvPr/>
        </p:nvPicPr>
        <p:blipFill>
          <a:blip r:embed="rId3"/>
          <a:stretch>
            <a:fillRect/>
          </a:stretch>
        </p:blipFill>
        <p:spPr>
          <a:xfrm>
            <a:off x="698279" y="1378053"/>
            <a:ext cx="6729087" cy="5210900"/>
          </a:xfrm>
          <a:prstGeom prst="rect">
            <a:avLst/>
          </a:prstGeom>
        </p:spPr>
      </p:pic>
      <p:sp>
        <p:nvSpPr>
          <p:cNvPr id="7" name="Title 1">
            <a:extLst>
              <a:ext uri="{FF2B5EF4-FFF2-40B4-BE49-F238E27FC236}">
                <a16:creationId xmlns:a16="http://schemas.microsoft.com/office/drawing/2014/main" id="{B6FF2F8C-669A-9730-5E2B-9B6D5CAAAA00}"/>
              </a:ext>
            </a:extLst>
          </p:cNvPr>
          <p:cNvSpPr txBox="1">
            <a:spLocks/>
          </p:cNvSpPr>
          <p:nvPr/>
        </p:nvSpPr>
        <p:spPr>
          <a:xfrm>
            <a:off x="7888481" y="884200"/>
            <a:ext cx="3241542" cy="987706"/>
          </a:xfrm>
          <a:prstGeom prst="rect">
            <a:avLst/>
          </a:prstGeom>
        </p:spPr>
        <p:txBody>
          <a:bodyPr vert="horz" lIns="91440" tIns="45720" rIns="91440" bIns="45720" rtlCol="0" anchor="ctr">
            <a:normAutofit/>
          </a:bodyPr>
          <a:lstStyle>
            <a:lvl1pPr algn="l" defTabSz="914400" rtl="1" eaLnBrk="1" latinLnBrk="0" hangingPunct="1">
              <a:lnSpc>
                <a:spcPct val="90000"/>
              </a:lnSpc>
              <a:spcBef>
                <a:spcPct val="0"/>
              </a:spcBef>
              <a:buNone/>
              <a:defRPr sz="4400" kern="1200">
                <a:solidFill>
                  <a:schemeClr val="accent1"/>
                </a:solidFill>
                <a:latin typeface="+mj-lt"/>
                <a:ea typeface="+mj-ea"/>
                <a:cs typeface="+mj-cs"/>
              </a:defRPr>
            </a:lvl1pPr>
          </a:lstStyle>
          <a:p>
            <a:r>
              <a:rPr lang="en-US" sz="2800"/>
              <a:t>The 8 Key Variables</a:t>
            </a:r>
            <a:endParaRPr lang="he-IL" sz="2800"/>
          </a:p>
        </p:txBody>
      </p:sp>
    </p:spTree>
    <p:extLst>
      <p:ext uri="{BB962C8B-B14F-4D97-AF65-F5344CB8AC3E}">
        <p14:creationId xmlns:p14="http://schemas.microsoft.com/office/powerpoint/2010/main" val="3561133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C21E6D-9A0B-C90D-117C-D0A974ED207A}"/>
              </a:ext>
            </a:extLst>
          </p:cNvPr>
          <p:cNvSpPr txBox="1"/>
          <p:nvPr/>
        </p:nvSpPr>
        <p:spPr>
          <a:xfrm>
            <a:off x="6767511" y="1206059"/>
            <a:ext cx="1995489" cy="646331"/>
          </a:xfrm>
          <a:prstGeom prst="rect">
            <a:avLst/>
          </a:prstGeom>
          <a:noFill/>
          <a:ln>
            <a:solidFill>
              <a:schemeClr val="accent1"/>
            </a:solidFill>
          </a:ln>
        </p:spPr>
        <p:txBody>
          <a:bodyPr wrap="square" rtlCol="1">
            <a:spAutoFit/>
          </a:bodyPr>
          <a:lstStyle/>
          <a:p>
            <a:r>
              <a:rPr lang="en-US">
                <a:solidFill>
                  <a:srgbClr val="FF0000"/>
                </a:solidFill>
              </a:rPr>
              <a:t>Input :</a:t>
            </a:r>
          </a:p>
          <a:p>
            <a:r>
              <a:rPr lang="en-US"/>
              <a:t> Morad and Majd</a:t>
            </a:r>
            <a:endParaRPr lang="he-IL"/>
          </a:p>
        </p:txBody>
      </p:sp>
      <p:sp>
        <p:nvSpPr>
          <p:cNvPr id="3" name="TextBox 2">
            <a:extLst>
              <a:ext uri="{FF2B5EF4-FFF2-40B4-BE49-F238E27FC236}">
                <a16:creationId xmlns:a16="http://schemas.microsoft.com/office/drawing/2014/main" id="{0E00495E-8321-DDA6-AF9E-F5230B372401}"/>
              </a:ext>
            </a:extLst>
          </p:cNvPr>
          <p:cNvSpPr txBox="1"/>
          <p:nvPr/>
        </p:nvSpPr>
        <p:spPr>
          <a:xfrm>
            <a:off x="6398417" y="5415975"/>
            <a:ext cx="5400675" cy="1231106"/>
          </a:xfrm>
          <a:prstGeom prst="rect">
            <a:avLst/>
          </a:prstGeom>
          <a:noFill/>
          <a:ln>
            <a:solidFill>
              <a:schemeClr val="accent1"/>
            </a:solidFill>
          </a:ln>
        </p:spPr>
        <p:txBody>
          <a:bodyPr wrap="square" rtlCol="1">
            <a:spAutoFit/>
          </a:bodyPr>
          <a:lstStyle/>
          <a:p>
            <a:r>
              <a:rPr lang="fr-FR" sz="1400">
                <a:solidFill>
                  <a:srgbClr val="FF0000"/>
                </a:solidFill>
              </a:rPr>
              <a:t>Output:</a:t>
            </a:r>
          </a:p>
          <a:p>
            <a:r>
              <a:rPr lang="fr-FR" sz="1400"/>
              <a:t>["</a:t>
            </a:r>
            <a:r>
              <a:rPr lang="fr-FR" sz="1400">
                <a:solidFill>
                  <a:srgbClr val="FF0000"/>
                </a:solidFill>
              </a:rPr>
              <a:t>SOS</a:t>
            </a:r>
            <a:r>
              <a:rPr lang="fr-FR" sz="1400"/>
              <a:t>","</a:t>
            </a:r>
            <a:r>
              <a:rPr lang="fr-FR" sz="1400">
                <a:solidFill>
                  <a:schemeClr val="accent1"/>
                </a:solidFill>
              </a:rPr>
              <a:t>SOW</a:t>
            </a:r>
            <a:r>
              <a:rPr lang="fr-FR" sz="1400"/>
              <a:t>" ,"</a:t>
            </a:r>
            <a:r>
              <a:rPr lang="en-US" sz="1400"/>
              <a:t> M </a:t>
            </a:r>
            <a:r>
              <a:rPr lang="fr-FR" sz="1400"/>
              <a:t>", "</a:t>
            </a:r>
            <a:r>
              <a:rPr lang="en-US" sz="1400"/>
              <a:t> OW </a:t>
            </a:r>
            <a:r>
              <a:rPr lang="fr-FR" sz="1400"/>
              <a:t>", "</a:t>
            </a:r>
            <a:r>
              <a:rPr lang="en-US" sz="1400"/>
              <a:t> R </a:t>
            </a:r>
            <a:r>
              <a:rPr lang="fr-FR" sz="1400"/>
              <a:t>", " AE ", "</a:t>
            </a:r>
            <a:r>
              <a:rPr lang="en-US" sz="1400"/>
              <a:t> D “,</a:t>
            </a:r>
            <a:r>
              <a:rPr lang="fr-FR" sz="1400"/>
              <a:t>"</a:t>
            </a:r>
            <a:r>
              <a:rPr lang="fr-FR" sz="1400">
                <a:solidFill>
                  <a:schemeClr val="accent1"/>
                </a:solidFill>
              </a:rPr>
              <a:t>EOW</a:t>
            </a:r>
            <a:r>
              <a:rPr lang="fr-FR" sz="1400"/>
              <a:t>", "</a:t>
            </a:r>
            <a:r>
              <a:rPr lang="fr-FR" sz="1400">
                <a:solidFill>
                  <a:schemeClr val="accent1"/>
                </a:solidFill>
              </a:rPr>
              <a:t>SPACE</a:t>
            </a:r>
            <a:r>
              <a:rPr lang="fr-FR" sz="1400"/>
              <a:t>","</a:t>
            </a:r>
            <a:r>
              <a:rPr lang="fr-FR" sz="1400">
                <a:solidFill>
                  <a:schemeClr val="accent1"/>
                </a:solidFill>
              </a:rPr>
              <a:t>SOW</a:t>
            </a:r>
            <a:r>
              <a:rPr lang="fr-FR" sz="1400"/>
              <a:t>", "</a:t>
            </a:r>
            <a:r>
              <a:rPr lang="en-US" sz="1400"/>
              <a:t> AE </a:t>
            </a:r>
            <a:r>
              <a:rPr lang="fr-FR" sz="1400"/>
              <a:t>", "N", "</a:t>
            </a:r>
            <a:r>
              <a:rPr lang="en-US" sz="1400"/>
              <a:t> D </a:t>
            </a:r>
            <a:r>
              <a:rPr lang="fr-FR" sz="1400"/>
              <a:t>", "</a:t>
            </a:r>
            <a:r>
              <a:rPr lang="fr-FR" sz="1400">
                <a:solidFill>
                  <a:schemeClr val="accent1"/>
                </a:solidFill>
              </a:rPr>
              <a:t>EOW</a:t>
            </a:r>
            <a:r>
              <a:rPr lang="fr-FR" sz="1400"/>
              <a:t>« </a:t>
            </a:r>
          </a:p>
          <a:p>
            <a:r>
              <a:rPr lang="fr-FR" sz="1400"/>
              <a:t>, "</a:t>
            </a:r>
            <a:r>
              <a:rPr lang="fr-FR" sz="1400">
                <a:solidFill>
                  <a:schemeClr val="accent1"/>
                </a:solidFill>
              </a:rPr>
              <a:t>SPACE</a:t>
            </a:r>
            <a:r>
              <a:rPr lang="fr-FR" sz="1400"/>
              <a:t>","</a:t>
            </a:r>
            <a:r>
              <a:rPr lang="fr-FR" sz="1400">
                <a:solidFill>
                  <a:schemeClr val="accent1"/>
                </a:solidFill>
              </a:rPr>
              <a:t>SOW</a:t>
            </a:r>
            <a:r>
              <a:rPr lang="fr-FR" sz="1400"/>
              <a:t> ", "</a:t>
            </a:r>
            <a:r>
              <a:rPr lang="en-US" sz="1400"/>
              <a:t> M </a:t>
            </a:r>
            <a:r>
              <a:rPr lang="fr-FR" sz="1400"/>
              <a:t>", "AE", "</a:t>
            </a:r>
            <a:r>
              <a:rPr lang="en-US" sz="1400"/>
              <a:t> JH </a:t>
            </a:r>
            <a:r>
              <a:rPr lang="fr-FR" sz="1400"/>
              <a:t>", "</a:t>
            </a:r>
            <a:r>
              <a:rPr lang="en-US" sz="1400"/>
              <a:t> D </a:t>
            </a:r>
            <a:r>
              <a:rPr lang="fr-FR" sz="1400"/>
              <a:t>", "</a:t>
            </a:r>
            <a:r>
              <a:rPr lang="fr-FR" sz="1400">
                <a:solidFill>
                  <a:schemeClr val="accent1"/>
                </a:solidFill>
              </a:rPr>
              <a:t>EOW</a:t>
            </a:r>
            <a:r>
              <a:rPr lang="fr-FR" sz="1400"/>
              <a:t>","</a:t>
            </a:r>
            <a:r>
              <a:rPr lang="fr-FR" sz="1400">
                <a:solidFill>
                  <a:srgbClr val="FF0000"/>
                </a:solidFill>
              </a:rPr>
              <a:t>EOS</a:t>
            </a:r>
            <a:r>
              <a:rPr lang="fr-FR" sz="1400"/>
              <a:t>"]</a:t>
            </a:r>
          </a:p>
          <a:p>
            <a:endParaRPr lang="he-IL"/>
          </a:p>
        </p:txBody>
      </p:sp>
      <p:sp>
        <p:nvSpPr>
          <p:cNvPr id="4" name="TextBox 3">
            <a:extLst>
              <a:ext uri="{FF2B5EF4-FFF2-40B4-BE49-F238E27FC236}">
                <a16:creationId xmlns:a16="http://schemas.microsoft.com/office/drawing/2014/main" id="{4F74483B-351F-B525-8D81-FA1E7ECC778C}"/>
              </a:ext>
            </a:extLst>
          </p:cNvPr>
          <p:cNvSpPr txBox="1"/>
          <p:nvPr/>
        </p:nvSpPr>
        <p:spPr>
          <a:xfrm>
            <a:off x="7081836" y="2359446"/>
            <a:ext cx="4457700" cy="369332"/>
          </a:xfrm>
          <a:prstGeom prst="rect">
            <a:avLst/>
          </a:prstGeom>
          <a:noFill/>
          <a:ln>
            <a:solidFill>
              <a:schemeClr val="accent2"/>
            </a:solidFill>
          </a:ln>
        </p:spPr>
        <p:txBody>
          <a:bodyPr wrap="square" rtlCol="1">
            <a:spAutoFit/>
          </a:bodyPr>
          <a:lstStyle/>
          <a:p>
            <a:r>
              <a:rPr lang="en-US"/>
              <a:t>&lt;sow&gt;, &lt;</a:t>
            </a:r>
            <a:r>
              <a:rPr lang="en-US" err="1"/>
              <a:t>eow</a:t>
            </a:r>
            <a:r>
              <a:rPr lang="en-US"/>
              <a:t>&gt;, &lt;</a:t>
            </a:r>
            <a:r>
              <a:rPr lang="en-US" err="1"/>
              <a:t>sos</a:t>
            </a:r>
            <a:r>
              <a:rPr lang="en-US"/>
              <a:t>&gt;, &lt;</a:t>
            </a:r>
            <a:r>
              <a:rPr lang="en-US" err="1"/>
              <a:t>eos</a:t>
            </a:r>
            <a:r>
              <a:rPr lang="en-US"/>
              <a:t>&gt;, [space]</a:t>
            </a:r>
            <a:endParaRPr lang="he-IL"/>
          </a:p>
        </p:txBody>
      </p:sp>
      <p:sp>
        <p:nvSpPr>
          <p:cNvPr id="6" name="TextBox 5">
            <a:extLst>
              <a:ext uri="{FF2B5EF4-FFF2-40B4-BE49-F238E27FC236}">
                <a16:creationId xmlns:a16="http://schemas.microsoft.com/office/drawing/2014/main" id="{57071CFC-85BE-DA46-4B3B-0B06926B52C2}"/>
              </a:ext>
            </a:extLst>
          </p:cNvPr>
          <p:cNvSpPr txBox="1"/>
          <p:nvPr/>
        </p:nvSpPr>
        <p:spPr>
          <a:xfrm>
            <a:off x="7081836" y="3260728"/>
            <a:ext cx="4457700" cy="2062103"/>
          </a:xfrm>
          <a:prstGeom prst="rect">
            <a:avLst/>
          </a:prstGeom>
          <a:noFill/>
          <a:ln>
            <a:solidFill>
              <a:schemeClr val="accent2"/>
            </a:solidFill>
          </a:ln>
        </p:spPr>
        <p:txBody>
          <a:bodyPr wrap="square" rtlCol="1">
            <a:spAutoFit/>
          </a:bodyPr>
          <a:lstStyle/>
          <a:p>
            <a:r>
              <a:rPr lang="en-US" sz="1600">
                <a:solidFill>
                  <a:schemeClr val="accent1"/>
                </a:solidFill>
              </a:rPr>
              <a:t>SBL</a:t>
            </a:r>
            <a:r>
              <a:rPr lang="en-US" sz="1600"/>
              <a:t> - Space Between Letters </a:t>
            </a:r>
          </a:p>
          <a:p>
            <a:r>
              <a:rPr lang="en-US" sz="1600">
                <a:solidFill>
                  <a:schemeClr val="accent1"/>
                </a:solidFill>
              </a:rPr>
              <a:t>SBW</a:t>
            </a:r>
            <a:r>
              <a:rPr lang="en-US" sz="1600"/>
              <a:t> - Space Between Words</a:t>
            </a:r>
          </a:p>
          <a:p>
            <a:r>
              <a:rPr lang="en-US" sz="1600">
                <a:solidFill>
                  <a:schemeClr val="accent1"/>
                </a:solidFill>
              </a:rPr>
              <a:t> NOL </a:t>
            </a:r>
            <a:r>
              <a:rPr lang="en-US" sz="1600"/>
              <a:t>- Number of Letters</a:t>
            </a:r>
          </a:p>
          <a:p>
            <a:r>
              <a:rPr lang="en-US" sz="1600">
                <a:solidFill>
                  <a:schemeClr val="accent1"/>
                </a:solidFill>
              </a:rPr>
              <a:t> NOW </a:t>
            </a:r>
            <a:r>
              <a:rPr lang="en-US" sz="1600"/>
              <a:t>- Number of Words </a:t>
            </a:r>
          </a:p>
          <a:p>
            <a:r>
              <a:rPr lang="en-US" sz="1600">
                <a:solidFill>
                  <a:schemeClr val="accent1"/>
                </a:solidFill>
              </a:rPr>
              <a:t>SOTTL</a:t>
            </a:r>
            <a:r>
              <a:rPr lang="en-US" sz="1600"/>
              <a:t> - Sum of Time for Letters </a:t>
            </a:r>
          </a:p>
          <a:p>
            <a:r>
              <a:rPr lang="en-US" sz="1600">
                <a:solidFill>
                  <a:schemeClr val="accent1"/>
                </a:solidFill>
              </a:rPr>
              <a:t>SOTTW</a:t>
            </a:r>
            <a:r>
              <a:rPr lang="en-US" sz="1600"/>
              <a:t> - Sum of Time for Words</a:t>
            </a:r>
          </a:p>
          <a:p>
            <a:r>
              <a:rPr lang="en-US" sz="1600"/>
              <a:t> </a:t>
            </a:r>
            <a:r>
              <a:rPr lang="en-US" sz="1600" err="1">
                <a:solidFill>
                  <a:schemeClr val="accent1"/>
                </a:solidFill>
              </a:rPr>
              <a:t>avg_time_letter</a:t>
            </a:r>
            <a:r>
              <a:rPr lang="en-US" sz="1600">
                <a:solidFill>
                  <a:schemeClr val="accent1"/>
                </a:solidFill>
              </a:rPr>
              <a:t> </a:t>
            </a:r>
            <a:r>
              <a:rPr lang="en-US" sz="1600"/>
              <a:t>- Average Letter Time </a:t>
            </a:r>
            <a:r>
              <a:rPr lang="en-US" sz="1600">
                <a:solidFill>
                  <a:schemeClr val="accent1"/>
                </a:solidFill>
              </a:rPr>
              <a:t>avg_time_word </a:t>
            </a:r>
            <a:r>
              <a:rPr lang="en-US" sz="1600"/>
              <a:t>- Average Word</a:t>
            </a:r>
            <a:endParaRPr lang="he-IL" sz="1600"/>
          </a:p>
        </p:txBody>
      </p:sp>
      <p:sp>
        <p:nvSpPr>
          <p:cNvPr id="7" name="TextBox 6">
            <a:extLst>
              <a:ext uri="{FF2B5EF4-FFF2-40B4-BE49-F238E27FC236}">
                <a16:creationId xmlns:a16="http://schemas.microsoft.com/office/drawing/2014/main" id="{651D912C-4E50-C7E0-C98A-599860543CB7}"/>
              </a:ext>
            </a:extLst>
          </p:cNvPr>
          <p:cNvSpPr txBox="1"/>
          <p:nvPr/>
        </p:nvSpPr>
        <p:spPr>
          <a:xfrm>
            <a:off x="9043986" y="1076637"/>
            <a:ext cx="2624139" cy="1200329"/>
          </a:xfrm>
          <a:prstGeom prst="rect">
            <a:avLst/>
          </a:prstGeom>
          <a:noFill/>
          <a:ln>
            <a:solidFill>
              <a:schemeClr val="accent1"/>
            </a:solidFill>
          </a:ln>
        </p:spPr>
        <p:txBody>
          <a:bodyPr wrap="square" rtlCol="1">
            <a:spAutoFit/>
          </a:bodyPr>
          <a:lstStyle/>
          <a:p>
            <a:r>
              <a:rPr lang="en-US" err="1"/>
              <a:t>morad</a:t>
            </a:r>
            <a:r>
              <a:rPr lang="en-US"/>
              <a:t> → M OW R AE D</a:t>
            </a:r>
          </a:p>
          <a:p>
            <a:r>
              <a:rPr lang="en-US"/>
              <a:t>and → AE N D </a:t>
            </a:r>
          </a:p>
          <a:p>
            <a:r>
              <a:rPr lang="en-US" err="1"/>
              <a:t>majd</a:t>
            </a:r>
            <a:r>
              <a:rPr lang="en-US"/>
              <a:t> → M AE JH D </a:t>
            </a:r>
          </a:p>
          <a:p>
            <a:endParaRPr lang="he-IL"/>
          </a:p>
        </p:txBody>
      </p:sp>
      <p:graphicFrame>
        <p:nvGraphicFramePr>
          <p:cNvPr id="19" name="מציין מיקום תוכן 18">
            <a:extLst>
              <a:ext uri="{FF2B5EF4-FFF2-40B4-BE49-F238E27FC236}">
                <a16:creationId xmlns:a16="http://schemas.microsoft.com/office/drawing/2014/main" id="{7B37F51B-D55C-6231-F7F3-C8438EB5A604}"/>
              </a:ext>
            </a:extLst>
          </p:cNvPr>
          <p:cNvGraphicFramePr>
            <a:graphicFrameLocks/>
          </p:cNvGraphicFramePr>
          <p:nvPr/>
        </p:nvGraphicFramePr>
        <p:xfrm>
          <a:off x="523875" y="999470"/>
          <a:ext cx="5695948" cy="5405064"/>
        </p:xfrm>
        <a:graphic>
          <a:graphicData uri="http://schemas.openxmlformats.org/drawingml/2006/table">
            <a:tbl>
              <a:tblPr firstRow="1" firstCol="1" bandRow="1">
                <a:tableStyleId>{5C22544A-7EE6-4342-B048-85BDC9FD1C3A}</a:tableStyleId>
              </a:tblPr>
              <a:tblGrid>
                <a:gridCol w="590972">
                  <a:extLst>
                    <a:ext uri="{9D8B030D-6E8A-4147-A177-3AD203B41FA5}">
                      <a16:colId xmlns:a16="http://schemas.microsoft.com/office/drawing/2014/main" val="2172387149"/>
                    </a:ext>
                  </a:extLst>
                </a:gridCol>
                <a:gridCol w="729282">
                  <a:extLst>
                    <a:ext uri="{9D8B030D-6E8A-4147-A177-3AD203B41FA5}">
                      <a16:colId xmlns:a16="http://schemas.microsoft.com/office/drawing/2014/main" val="1535065804"/>
                    </a:ext>
                  </a:extLst>
                </a:gridCol>
                <a:gridCol w="666412">
                  <a:extLst>
                    <a:ext uri="{9D8B030D-6E8A-4147-A177-3AD203B41FA5}">
                      <a16:colId xmlns:a16="http://schemas.microsoft.com/office/drawing/2014/main" val="3506161044"/>
                    </a:ext>
                  </a:extLst>
                </a:gridCol>
                <a:gridCol w="1081350">
                  <a:extLst>
                    <a:ext uri="{9D8B030D-6E8A-4147-A177-3AD203B41FA5}">
                      <a16:colId xmlns:a16="http://schemas.microsoft.com/office/drawing/2014/main" val="1685202577"/>
                    </a:ext>
                  </a:extLst>
                </a:gridCol>
                <a:gridCol w="2627932">
                  <a:extLst>
                    <a:ext uri="{9D8B030D-6E8A-4147-A177-3AD203B41FA5}">
                      <a16:colId xmlns:a16="http://schemas.microsoft.com/office/drawing/2014/main" val="2969548723"/>
                    </a:ext>
                  </a:extLst>
                </a:gridCol>
              </a:tblGrid>
              <a:tr h="123987">
                <a:tc>
                  <a:txBody>
                    <a:bodyPr/>
                    <a:lstStyle/>
                    <a:p>
                      <a:pPr>
                        <a:lnSpc>
                          <a:spcPct val="115000"/>
                        </a:lnSpc>
                        <a:spcAft>
                          <a:spcPts val="1000"/>
                        </a:spcAft>
                      </a:pPr>
                      <a:r>
                        <a:rPr lang="en-US" sz="1100">
                          <a:effectLst/>
                        </a:rPr>
                        <a:t>Viseme</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Timestamp (ms)</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Time Gap (ms)</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Action</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Updated Variables</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1555740889"/>
                  </a:ext>
                </a:extLst>
              </a:tr>
              <a:tr h="64595">
                <a:tc>
                  <a:txBody>
                    <a:bodyPr/>
                    <a:lstStyle/>
                    <a:p>
                      <a:pPr>
                        <a:lnSpc>
                          <a:spcPct val="115000"/>
                        </a:lnSpc>
                        <a:spcAft>
                          <a:spcPts val="1000"/>
                        </a:spcAft>
                      </a:pPr>
                      <a:r>
                        <a:rPr lang="en-US" sz="1100">
                          <a:effectLst/>
                        </a:rPr>
                        <a:t>M</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Start</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No updates</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3346597195"/>
                  </a:ext>
                </a:extLst>
              </a:tr>
              <a:tr h="253476">
                <a:tc>
                  <a:txBody>
                    <a:bodyPr/>
                    <a:lstStyle/>
                    <a:p>
                      <a:pPr>
                        <a:lnSpc>
                          <a:spcPct val="115000"/>
                        </a:lnSpc>
                        <a:spcAft>
                          <a:spcPts val="1000"/>
                        </a:spcAft>
                      </a:pPr>
                      <a:r>
                        <a:rPr lang="en-US" sz="1100"/>
                        <a:t>OW</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120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120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Letter</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SOTTL = 120, NOL = 1, avg_time_letter = 120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2962369714"/>
                  </a:ext>
                </a:extLst>
              </a:tr>
              <a:tr h="253476">
                <a:tc>
                  <a:txBody>
                    <a:bodyPr/>
                    <a:lstStyle/>
                    <a:p>
                      <a:pPr>
                        <a:lnSpc>
                          <a:spcPct val="115000"/>
                        </a:lnSpc>
                        <a:spcAft>
                          <a:spcPts val="1000"/>
                        </a:spcAft>
                      </a:pPr>
                      <a:r>
                        <a:rPr lang="en-US" sz="1100">
                          <a:effectLst/>
                        </a:rPr>
                        <a:t>R</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230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110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Letter</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SOTTL = 230, NOL = 2, avg_time_letter = 115</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1609845249"/>
                  </a:ext>
                </a:extLst>
              </a:tr>
              <a:tr h="253476">
                <a:tc>
                  <a:txBody>
                    <a:bodyPr/>
                    <a:lstStyle/>
                    <a:p>
                      <a:pPr>
                        <a:lnSpc>
                          <a:spcPct val="115000"/>
                        </a:lnSpc>
                        <a:spcAft>
                          <a:spcPts val="1000"/>
                        </a:spcAft>
                      </a:pPr>
                      <a:r>
                        <a:rPr lang="fr-FR" sz="1100"/>
                        <a:t>AE</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340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110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Letter</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SOTTL = 340, NOL = 3, avg_time_letter = 113</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1986292128"/>
                  </a:ext>
                </a:extLst>
              </a:tr>
              <a:tr h="253476">
                <a:tc>
                  <a:txBody>
                    <a:bodyPr/>
                    <a:lstStyle/>
                    <a:p>
                      <a:pPr>
                        <a:lnSpc>
                          <a:spcPct val="115000"/>
                        </a:lnSpc>
                        <a:spcAft>
                          <a:spcPts val="1000"/>
                        </a:spcAft>
                      </a:pPr>
                      <a:r>
                        <a:rPr lang="en-US" sz="1100">
                          <a:effectLst/>
                        </a:rPr>
                        <a:t>D</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470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130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Letter</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SOTTL = 470, NOL = 4, avg_time_letter = 118</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2701128037"/>
                  </a:ext>
                </a:extLst>
              </a:tr>
              <a:tr h="318220">
                <a:tc>
                  <a:txBody>
                    <a:bodyPr/>
                    <a:lstStyle/>
                    <a:p>
                      <a:pPr>
                        <a:lnSpc>
                          <a:spcPct val="115000"/>
                        </a:lnSpc>
                        <a:spcAft>
                          <a:spcPts val="1000"/>
                        </a:spcAft>
                      </a:pPr>
                      <a:r>
                        <a:rPr lang="en-US" sz="1100">
                          <a:effectLst/>
                        </a:rPr>
                        <a:t>(space)</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900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430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First Word Detected</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SBW = 430, SOTTW = 430, NOW = 1, avg_time_word = 430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2285858147"/>
                  </a:ext>
                </a:extLst>
              </a:tr>
              <a:tr h="253476">
                <a:tc>
                  <a:txBody>
                    <a:bodyPr/>
                    <a:lstStyle/>
                    <a:p>
                      <a:pPr>
                        <a:lnSpc>
                          <a:spcPct val="115000"/>
                        </a:lnSpc>
                        <a:spcAft>
                          <a:spcPts val="1000"/>
                        </a:spcAft>
                      </a:pPr>
                      <a:r>
                        <a:rPr lang="en-US" sz="1100"/>
                        <a:t>AE</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1010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110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Letter</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SOTTL = 580, NOL = 5, avg_time_letter = 116</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230413026"/>
                  </a:ext>
                </a:extLst>
              </a:tr>
              <a:tr h="253476">
                <a:tc>
                  <a:txBody>
                    <a:bodyPr/>
                    <a:lstStyle/>
                    <a:p>
                      <a:pPr>
                        <a:lnSpc>
                          <a:spcPct val="115000"/>
                        </a:lnSpc>
                        <a:spcAft>
                          <a:spcPts val="1000"/>
                        </a:spcAft>
                      </a:pPr>
                      <a:r>
                        <a:rPr lang="en-US" sz="1100">
                          <a:effectLst/>
                        </a:rPr>
                        <a:t>N</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1120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110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Letter</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SOTTL = 690, NOL = 6, avg_time_letter = 115</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2142295252"/>
                  </a:ext>
                </a:extLst>
              </a:tr>
              <a:tr h="253476">
                <a:tc>
                  <a:txBody>
                    <a:bodyPr/>
                    <a:lstStyle/>
                    <a:p>
                      <a:pPr>
                        <a:lnSpc>
                          <a:spcPct val="115000"/>
                        </a:lnSpc>
                        <a:spcAft>
                          <a:spcPts val="1000"/>
                        </a:spcAft>
                      </a:pPr>
                      <a:r>
                        <a:rPr lang="en-US" sz="1100">
                          <a:effectLst/>
                        </a:rPr>
                        <a:t>D</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1240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120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Letter</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SOTTL = 810, NOL = 7, avg_time_letter = 116</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3041949072"/>
                  </a:ext>
                </a:extLst>
              </a:tr>
              <a:tr h="318220">
                <a:tc>
                  <a:txBody>
                    <a:bodyPr/>
                    <a:lstStyle/>
                    <a:p>
                      <a:pPr>
                        <a:lnSpc>
                          <a:spcPct val="115000"/>
                        </a:lnSpc>
                        <a:spcAft>
                          <a:spcPts val="1000"/>
                        </a:spcAft>
                      </a:pPr>
                      <a:r>
                        <a:rPr lang="en-US" sz="1100">
                          <a:effectLst/>
                        </a:rPr>
                        <a:t>(space)</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1600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360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New Word Detected</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SBW = 360, SOTTW = 790, NOW = 2, avg_time_word = 395</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1449354137"/>
                  </a:ext>
                </a:extLst>
              </a:tr>
              <a:tr h="253476">
                <a:tc>
                  <a:txBody>
                    <a:bodyPr/>
                    <a:lstStyle/>
                    <a:p>
                      <a:pPr>
                        <a:lnSpc>
                          <a:spcPct val="115000"/>
                        </a:lnSpc>
                        <a:spcAft>
                          <a:spcPts val="1000"/>
                        </a:spcAft>
                      </a:pPr>
                      <a:r>
                        <a:rPr lang="en-US" sz="1100">
                          <a:effectLst/>
                        </a:rPr>
                        <a:t>M</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1720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120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Letter</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SOTTL = 930, NOL = 8, avg_time_letter = 116</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2741020356"/>
                  </a:ext>
                </a:extLst>
              </a:tr>
              <a:tr h="253476">
                <a:tc>
                  <a:txBody>
                    <a:bodyPr/>
                    <a:lstStyle/>
                    <a:p>
                      <a:pPr>
                        <a:lnSpc>
                          <a:spcPct val="115000"/>
                        </a:lnSpc>
                        <a:spcAft>
                          <a:spcPts val="1000"/>
                        </a:spcAft>
                      </a:pPr>
                      <a:r>
                        <a:rPr lang="fr-FR" sz="1100"/>
                        <a:t>AE</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1840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120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Letter</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SOTTL = 1050, NOL = 9, avg_time_letter = 116</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1448937357"/>
                  </a:ext>
                </a:extLst>
              </a:tr>
              <a:tr h="253476">
                <a:tc>
                  <a:txBody>
                    <a:bodyPr/>
                    <a:lstStyle/>
                    <a:p>
                      <a:pPr>
                        <a:lnSpc>
                          <a:spcPct val="115000"/>
                        </a:lnSpc>
                        <a:spcAft>
                          <a:spcPts val="1000"/>
                        </a:spcAft>
                      </a:pPr>
                      <a:r>
                        <a:rPr lang="en-US" sz="1100"/>
                        <a:t>JH</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1960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120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Letter</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SOTTL = 1170, NOL = 10, avg_time_letter = 117</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2926668509"/>
                  </a:ext>
                </a:extLst>
              </a:tr>
              <a:tr h="253476">
                <a:tc>
                  <a:txBody>
                    <a:bodyPr/>
                    <a:lstStyle/>
                    <a:p>
                      <a:pPr>
                        <a:lnSpc>
                          <a:spcPct val="115000"/>
                        </a:lnSpc>
                        <a:spcAft>
                          <a:spcPts val="1000"/>
                        </a:spcAft>
                      </a:pPr>
                      <a:r>
                        <a:rPr lang="en-US" sz="1100">
                          <a:effectLst/>
                        </a:rPr>
                        <a:t>D</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2100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140</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Letter</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tc>
                  <a:txBody>
                    <a:bodyPr/>
                    <a:lstStyle/>
                    <a:p>
                      <a:pPr>
                        <a:lnSpc>
                          <a:spcPct val="115000"/>
                        </a:lnSpc>
                        <a:spcAft>
                          <a:spcPts val="1000"/>
                        </a:spcAft>
                      </a:pPr>
                      <a:r>
                        <a:rPr lang="en-US" sz="1100">
                          <a:effectLst/>
                        </a:rPr>
                        <a:t>SOTTL = 1310, NOL = 11, </a:t>
                      </a:r>
                      <a:r>
                        <a:rPr lang="en-US" sz="1100" err="1">
                          <a:effectLst/>
                        </a:rPr>
                        <a:t>avg_time_letter</a:t>
                      </a:r>
                      <a:r>
                        <a:rPr lang="en-US" sz="1100">
                          <a:effectLst/>
                        </a:rPr>
                        <a:t> = 119</a:t>
                      </a:r>
                      <a:endParaRPr lang="en-IL" sz="1100">
                        <a:effectLst/>
                        <a:latin typeface="Cambria" panose="02040503050406030204" pitchFamily="18" charset="0"/>
                        <a:ea typeface="MS Mincho" panose="02020609040205080304" pitchFamily="49" charset="-128"/>
                        <a:cs typeface="Arial" panose="020B0604020202020204" pitchFamily="34" charset="0"/>
                      </a:endParaRPr>
                    </a:p>
                  </a:txBody>
                  <a:tcPr marL="25781" marR="25781" marT="0" marB="0"/>
                </a:tc>
                <a:extLst>
                  <a:ext uri="{0D108BD9-81ED-4DB2-BD59-A6C34878D82A}">
                    <a16:rowId xmlns:a16="http://schemas.microsoft.com/office/drawing/2014/main" val="2705787953"/>
                  </a:ext>
                </a:extLst>
              </a:tr>
            </a:tbl>
          </a:graphicData>
        </a:graphic>
      </p:graphicFrame>
      <p:sp>
        <p:nvSpPr>
          <p:cNvPr id="8" name="TextBox 7">
            <a:extLst>
              <a:ext uri="{FF2B5EF4-FFF2-40B4-BE49-F238E27FC236}">
                <a16:creationId xmlns:a16="http://schemas.microsoft.com/office/drawing/2014/main" id="{EBBA67A2-1C02-DBA0-E014-F87BFF0AD1A5}"/>
              </a:ext>
            </a:extLst>
          </p:cNvPr>
          <p:cNvSpPr txBox="1"/>
          <p:nvPr/>
        </p:nvSpPr>
        <p:spPr>
          <a:xfrm>
            <a:off x="1195386" y="476250"/>
            <a:ext cx="8115300" cy="523220"/>
          </a:xfrm>
          <a:prstGeom prst="rect">
            <a:avLst/>
          </a:prstGeom>
          <a:noFill/>
        </p:spPr>
        <p:txBody>
          <a:bodyPr wrap="square" rtlCol="1">
            <a:spAutoFit/>
          </a:bodyPr>
          <a:lstStyle/>
          <a:p>
            <a:pPr algn="ctr"/>
            <a:r>
              <a:rPr lang="en-US" sz="2800">
                <a:solidFill>
                  <a:schemeClr val="accent1"/>
                </a:solidFill>
              </a:rPr>
              <a:t>Simulation</a:t>
            </a:r>
            <a:endParaRPr lang="he-IL" sz="2800">
              <a:solidFill>
                <a:schemeClr val="accent1"/>
              </a:solidFill>
            </a:endParaRPr>
          </a:p>
        </p:txBody>
      </p:sp>
      <p:sp>
        <p:nvSpPr>
          <p:cNvPr id="5" name="מציין מיקום של מספר שקופית 4">
            <a:extLst>
              <a:ext uri="{FF2B5EF4-FFF2-40B4-BE49-F238E27FC236}">
                <a16:creationId xmlns:a16="http://schemas.microsoft.com/office/drawing/2014/main" id="{5F3EF0F4-2342-CCE9-EED5-54538E2EE508}"/>
              </a:ext>
            </a:extLst>
          </p:cNvPr>
          <p:cNvSpPr>
            <a:spLocks noGrp="1"/>
          </p:cNvSpPr>
          <p:nvPr>
            <p:ph type="sldNum" sz="quarter" idx="12"/>
          </p:nvPr>
        </p:nvSpPr>
        <p:spPr/>
        <p:txBody>
          <a:bodyPr/>
          <a:lstStyle/>
          <a:p>
            <a:fld id="{135B17FB-6829-41EE-A149-E4AC190BB076}" type="slidenum">
              <a:rPr lang="en-IL" smtClean="0"/>
              <a:t>16</a:t>
            </a:fld>
            <a:endParaRPr lang="en-IL"/>
          </a:p>
        </p:txBody>
      </p:sp>
    </p:spTree>
    <p:extLst>
      <p:ext uri="{BB962C8B-B14F-4D97-AF65-F5344CB8AC3E}">
        <p14:creationId xmlns:p14="http://schemas.microsoft.com/office/powerpoint/2010/main" val="2584321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5BC8A-5149-1225-001F-D471F37DFBEC}"/>
              </a:ext>
            </a:extLst>
          </p:cNvPr>
          <p:cNvSpPr>
            <a:spLocks noGrp="1"/>
          </p:cNvSpPr>
          <p:nvPr>
            <p:ph type="title"/>
          </p:nvPr>
        </p:nvSpPr>
        <p:spPr/>
        <p:txBody>
          <a:bodyPr/>
          <a:lstStyle/>
          <a:p>
            <a:pPr algn="ctr"/>
            <a:r>
              <a:rPr lang="en-US"/>
              <a:t>Summary</a:t>
            </a:r>
            <a:endParaRPr lang="he-IL"/>
          </a:p>
        </p:txBody>
      </p:sp>
      <p:graphicFrame>
        <p:nvGraphicFramePr>
          <p:cNvPr id="10" name="Content Placeholder 2">
            <a:extLst>
              <a:ext uri="{FF2B5EF4-FFF2-40B4-BE49-F238E27FC236}">
                <a16:creationId xmlns:a16="http://schemas.microsoft.com/office/drawing/2014/main" id="{01810017-00C7-3E39-E363-8251ECBA134B}"/>
              </a:ext>
            </a:extLst>
          </p:cNvPr>
          <p:cNvGraphicFramePr>
            <a:graphicFrameLocks noGrp="1"/>
          </p:cNvGraphicFramePr>
          <p:nvPr>
            <p:ph sz="half" idx="1"/>
            <p:extLst>
              <p:ext uri="{D42A27DB-BD31-4B8C-83A1-F6EECF244321}">
                <p14:modId xmlns:p14="http://schemas.microsoft.com/office/powerpoint/2010/main" val="2303787436"/>
              </p:ext>
            </p:extLst>
          </p:nvPr>
        </p:nvGraphicFramePr>
        <p:xfrm>
          <a:off x="1371600" y="1965960"/>
          <a:ext cx="9875520" cy="38208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מציין מיקום של מספר שקופית 2">
            <a:extLst>
              <a:ext uri="{FF2B5EF4-FFF2-40B4-BE49-F238E27FC236}">
                <a16:creationId xmlns:a16="http://schemas.microsoft.com/office/drawing/2014/main" id="{7F764CA1-2D38-3499-50A8-98303330F7B8}"/>
              </a:ext>
            </a:extLst>
          </p:cNvPr>
          <p:cNvSpPr>
            <a:spLocks noGrp="1"/>
          </p:cNvSpPr>
          <p:nvPr>
            <p:ph type="sldNum" sz="quarter" idx="12"/>
          </p:nvPr>
        </p:nvSpPr>
        <p:spPr/>
        <p:txBody>
          <a:bodyPr/>
          <a:lstStyle/>
          <a:p>
            <a:fld id="{135B17FB-6829-41EE-A149-E4AC190BB076}" type="slidenum">
              <a:rPr lang="en-IL" smtClean="0"/>
              <a:t>17</a:t>
            </a:fld>
            <a:endParaRPr lang="en-IL"/>
          </a:p>
        </p:txBody>
      </p:sp>
    </p:spTree>
    <p:extLst>
      <p:ext uri="{BB962C8B-B14F-4D97-AF65-F5344CB8AC3E}">
        <p14:creationId xmlns:p14="http://schemas.microsoft.com/office/powerpoint/2010/main" val="665521780"/>
      </p:ext>
    </p:extLst>
  </p:cSld>
  <p:clrMapOvr>
    <a:masterClrMapping/>
  </p:clrMapOvr>
  <mc:AlternateContent xmlns:mc="http://schemas.openxmlformats.org/markup-compatibility/2006">
    <mc:Choice xmlns:p14="http://schemas.microsoft.com/office/powerpoint/2010/main" Requires="p14">
      <p:transition spd="slow" p14:dur="2000" advTm="1016"/>
    </mc:Choice>
    <mc:Fallback>
      <p:transition spd="slow" advTm="101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11" name="Rectangle 10">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13" name="Straight Connector 12">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2ED84DD6-8A68-4994-8094-8DDBE89BF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17" name="Rectangle 16">
            <a:extLst>
              <a:ext uri="{FF2B5EF4-FFF2-40B4-BE49-F238E27FC236}">
                <a16:creationId xmlns:a16="http://schemas.microsoft.com/office/drawing/2014/main" id="{176049D7-366E-4AC9-B689-460CC28F8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solidFill>
            <a:srgbClr val="A6B727"/>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19" name="Straight Connector 18">
            <a:extLst>
              <a:ext uri="{FF2B5EF4-FFF2-40B4-BE49-F238E27FC236}">
                <a16:creationId xmlns:a16="http://schemas.microsoft.com/office/drawing/2014/main" id="{BC9E91F8-C4AE-4EB0-8B76-FF3F3FC718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AD45A04-4150-4943-BB06-EEEDDD73B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DBBDBB9-CA50-870D-8D3F-33DA11990628}"/>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rtl="0">
              <a:lnSpc>
                <a:spcPct val="85000"/>
              </a:lnSpc>
            </a:pPr>
            <a:r>
              <a:rPr lang="en-US" sz="5000" b="1" cap="all">
                <a:solidFill>
                  <a:srgbClr val="FFFFFF"/>
                </a:solidFill>
              </a:rPr>
              <a:t>Use Case Diagram</a:t>
            </a:r>
          </a:p>
        </p:txBody>
      </p:sp>
      <p:pic>
        <p:nvPicPr>
          <p:cNvPr id="4" name="Content Placeholder 3" descr="A diagram of a person's face&#10;&#10;Description automatically generated">
            <a:extLst>
              <a:ext uri="{FF2B5EF4-FFF2-40B4-BE49-F238E27FC236}">
                <a16:creationId xmlns:a16="http://schemas.microsoft.com/office/drawing/2014/main" id="{B19AD66C-B34E-181B-CC86-FF4694D7C23F}"/>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bwMode="auto">
          <a:xfrm>
            <a:off x="236220" y="1023758"/>
            <a:ext cx="6986509" cy="5239882"/>
          </a:xfrm>
          <a:prstGeom prst="rect">
            <a:avLst/>
          </a:prstGeom>
          <a:noFill/>
        </p:spPr>
      </p:pic>
      <p:sp>
        <p:nvSpPr>
          <p:cNvPr id="3" name="מציין מיקום של מספר שקופית 2">
            <a:extLst>
              <a:ext uri="{FF2B5EF4-FFF2-40B4-BE49-F238E27FC236}">
                <a16:creationId xmlns:a16="http://schemas.microsoft.com/office/drawing/2014/main" id="{8A3BF189-0217-898F-3BF5-03B6C48AF562}"/>
              </a:ext>
            </a:extLst>
          </p:cNvPr>
          <p:cNvSpPr>
            <a:spLocks noGrp="1"/>
          </p:cNvSpPr>
          <p:nvPr>
            <p:ph type="sldNum" sz="quarter" idx="12"/>
          </p:nvPr>
        </p:nvSpPr>
        <p:spPr/>
        <p:txBody>
          <a:bodyPr/>
          <a:lstStyle/>
          <a:p>
            <a:fld id="{135B17FB-6829-41EE-A149-E4AC190BB076}" type="slidenum">
              <a:rPr lang="en-IL" smtClean="0"/>
              <a:t>18</a:t>
            </a:fld>
            <a:endParaRPr lang="en-IL"/>
          </a:p>
        </p:txBody>
      </p:sp>
    </p:spTree>
    <p:extLst>
      <p:ext uri="{BB962C8B-B14F-4D97-AF65-F5344CB8AC3E}">
        <p14:creationId xmlns:p14="http://schemas.microsoft.com/office/powerpoint/2010/main" val="1284762354"/>
      </p:ext>
    </p:extLst>
  </p:cSld>
  <p:clrMapOvr>
    <a:masterClrMapping/>
  </p:clrMapOvr>
  <mc:AlternateContent xmlns:mc="http://schemas.openxmlformats.org/markup-compatibility/2006">
    <mc:Choice xmlns:p14="http://schemas.microsoft.com/office/powerpoint/2010/main" Requires="p14">
      <p:transition spd="slow" p14:dur="2000" advTm="1129"/>
    </mc:Choice>
    <mc:Fallback>
      <p:transition spd="slow" advTm="1129"/>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28" name="Rectangle 27">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cxnSp>
        <p:nvCxnSpPr>
          <p:cNvPr id="30" name="Straight Connector 29">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2ED84DD6-8A68-4994-8094-8DDBE89BF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34" name="Rectangle 33">
            <a:extLst>
              <a:ext uri="{FF2B5EF4-FFF2-40B4-BE49-F238E27FC236}">
                <a16:creationId xmlns:a16="http://schemas.microsoft.com/office/drawing/2014/main" id="{176049D7-366E-4AC9-B689-460CC28F8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solidFill>
            <a:srgbClr val="A6B727"/>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cxnSp>
        <p:nvCxnSpPr>
          <p:cNvPr id="36" name="Straight Connector 35">
            <a:extLst>
              <a:ext uri="{FF2B5EF4-FFF2-40B4-BE49-F238E27FC236}">
                <a16:creationId xmlns:a16="http://schemas.microsoft.com/office/drawing/2014/main" id="{BC9E91F8-C4AE-4EB0-8B76-FF3F3FC718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4AD45A04-4150-4943-BB06-EEEDDD73B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36CE52A-95DF-DABD-3893-7DCFA7DE54F1}"/>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rtl="0">
              <a:lnSpc>
                <a:spcPct val="85000"/>
              </a:lnSpc>
            </a:pPr>
            <a:r>
              <a:rPr lang="en-US" sz="5400" b="1" cap="all">
                <a:solidFill>
                  <a:srgbClr val="FFFFFF"/>
                </a:solidFill>
              </a:rPr>
              <a:t>Home Screen</a:t>
            </a:r>
          </a:p>
        </p:txBody>
      </p:sp>
      <p:pic>
        <p:nvPicPr>
          <p:cNvPr id="8" name="תמונה 7" descr="תמונה שמכילה טקסט, צילום מסך, פני אדם, עיצוב גרפי">
            <a:extLst>
              <a:ext uri="{FF2B5EF4-FFF2-40B4-BE49-F238E27FC236}">
                <a16:creationId xmlns:a16="http://schemas.microsoft.com/office/drawing/2014/main" id="{2B1471F0-AC65-EE85-8871-3847279910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064" y="1176032"/>
            <a:ext cx="6045576" cy="4503954"/>
          </a:xfrm>
          <a:prstGeom prst="rect">
            <a:avLst/>
          </a:prstGeom>
        </p:spPr>
      </p:pic>
      <p:sp>
        <p:nvSpPr>
          <p:cNvPr id="3" name="מציין מיקום של מספר שקופית 2">
            <a:extLst>
              <a:ext uri="{FF2B5EF4-FFF2-40B4-BE49-F238E27FC236}">
                <a16:creationId xmlns:a16="http://schemas.microsoft.com/office/drawing/2014/main" id="{AB17AE7D-7B21-4AAB-71AE-87F0757DC07E}"/>
              </a:ext>
            </a:extLst>
          </p:cNvPr>
          <p:cNvSpPr>
            <a:spLocks noGrp="1"/>
          </p:cNvSpPr>
          <p:nvPr>
            <p:ph type="sldNum" sz="quarter" idx="12"/>
          </p:nvPr>
        </p:nvSpPr>
        <p:spPr/>
        <p:txBody>
          <a:bodyPr/>
          <a:lstStyle/>
          <a:p>
            <a:fld id="{135B17FB-6829-41EE-A149-E4AC190BB076}" type="slidenum">
              <a:rPr lang="en-IL" smtClean="0"/>
              <a:t>19</a:t>
            </a:fld>
            <a:endParaRPr lang="en-IL"/>
          </a:p>
        </p:txBody>
      </p:sp>
    </p:spTree>
    <p:extLst>
      <p:ext uri="{BB962C8B-B14F-4D97-AF65-F5344CB8AC3E}">
        <p14:creationId xmlns:p14="http://schemas.microsoft.com/office/powerpoint/2010/main" val="3521333582"/>
      </p:ext>
    </p:extLst>
  </p:cSld>
  <p:clrMapOvr>
    <a:masterClrMapping/>
  </p:clrMapOvr>
  <mc:AlternateContent xmlns:mc="http://schemas.openxmlformats.org/markup-compatibility/2006">
    <mc:Choice xmlns:p14="http://schemas.microsoft.com/office/powerpoint/2010/main" Requires="p14">
      <p:transition spd="slow" p14:dur="2000" advTm="1146"/>
    </mc:Choice>
    <mc:Fallback>
      <p:transition spd="slow" advTm="1146"/>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49" name="Rectangle 48">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50" name="Straight Connector 49">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2ED84DD6-8A68-4994-8094-8DDBE89BF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52" name="Rectangle 51">
            <a:extLst>
              <a:ext uri="{FF2B5EF4-FFF2-40B4-BE49-F238E27FC236}">
                <a16:creationId xmlns:a16="http://schemas.microsoft.com/office/drawing/2014/main" id="{176049D7-366E-4AC9-B689-460CC28F8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solidFill>
            <a:srgbClr val="A6B727"/>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53" name="Straight Connector 52">
            <a:extLst>
              <a:ext uri="{FF2B5EF4-FFF2-40B4-BE49-F238E27FC236}">
                <a16:creationId xmlns:a16="http://schemas.microsoft.com/office/drawing/2014/main" id="{BC9E91F8-C4AE-4EB0-8B76-FF3F3FC718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4AD45A04-4150-4943-BB06-EEEDDD73B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2DF0584-8BDA-AD0A-542F-8C9AFDF84F4B}"/>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rtl="0">
              <a:lnSpc>
                <a:spcPct val="85000"/>
              </a:lnSpc>
            </a:pPr>
            <a:r>
              <a:rPr lang="en-US" sz="5400" b="1" cap="all">
                <a:solidFill>
                  <a:srgbClr val="FFFFFF"/>
                </a:solidFill>
              </a:rPr>
              <a:t>About Screen</a:t>
            </a:r>
          </a:p>
        </p:txBody>
      </p:sp>
      <p:pic>
        <p:nvPicPr>
          <p:cNvPr id="4" name="מציין מיקום תוכן 3" descr="A screenshot of a computer&#10;&#10;Description automatically generated">
            <a:extLst>
              <a:ext uri="{FF2B5EF4-FFF2-40B4-BE49-F238E27FC236}">
                <a16:creationId xmlns:a16="http://schemas.microsoft.com/office/drawing/2014/main" id="{F3A3A405-26A6-458B-2D57-C75A2010A2F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872064" y="1493425"/>
            <a:ext cx="6045576" cy="3869168"/>
          </a:xfrm>
          <a:prstGeom prst="rect">
            <a:avLst/>
          </a:prstGeom>
          <a:noFill/>
        </p:spPr>
      </p:pic>
      <p:sp>
        <p:nvSpPr>
          <p:cNvPr id="3" name="מציין מיקום של מספר שקופית 2">
            <a:extLst>
              <a:ext uri="{FF2B5EF4-FFF2-40B4-BE49-F238E27FC236}">
                <a16:creationId xmlns:a16="http://schemas.microsoft.com/office/drawing/2014/main" id="{C3C5802A-4459-A507-D92E-79C3635E6F08}"/>
              </a:ext>
            </a:extLst>
          </p:cNvPr>
          <p:cNvSpPr>
            <a:spLocks noGrp="1"/>
          </p:cNvSpPr>
          <p:nvPr>
            <p:ph type="sldNum" sz="quarter" idx="12"/>
          </p:nvPr>
        </p:nvSpPr>
        <p:spPr/>
        <p:txBody>
          <a:bodyPr/>
          <a:lstStyle/>
          <a:p>
            <a:fld id="{135B17FB-6829-41EE-A149-E4AC190BB076}" type="slidenum">
              <a:rPr lang="en-IL" smtClean="0"/>
              <a:t>20</a:t>
            </a:fld>
            <a:endParaRPr lang="en-IL"/>
          </a:p>
        </p:txBody>
      </p:sp>
    </p:spTree>
    <p:extLst>
      <p:ext uri="{BB962C8B-B14F-4D97-AF65-F5344CB8AC3E}">
        <p14:creationId xmlns:p14="http://schemas.microsoft.com/office/powerpoint/2010/main" val="1696448289"/>
      </p:ext>
    </p:extLst>
  </p:cSld>
  <p:clrMapOvr>
    <a:masterClrMapping/>
  </p:clrMapOvr>
  <mc:AlternateContent xmlns:mc="http://schemas.openxmlformats.org/markup-compatibility/2006">
    <mc:Choice xmlns:p14="http://schemas.microsoft.com/office/powerpoint/2010/main" Requires="p14">
      <p:transition spd="slow" p14:dur="2000" advTm="1121"/>
    </mc:Choice>
    <mc:Fallback>
      <p:transition spd="slow" advTm="112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4" name="Rectangle 23">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25" name="Straight Connector 24">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2ED84DD6-8A68-4994-8094-8DDBE89BF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7" name="Rectangle 26">
            <a:extLst>
              <a:ext uri="{FF2B5EF4-FFF2-40B4-BE49-F238E27FC236}">
                <a16:creationId xmlns:a16="http://schemas.microsoft.com/office/drawing/2014/main" id="{176049D7-366E-4AC9-B689-460CC28F8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solidFill>
            <a:srgbClr val="A6B727"/>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28" name="Straight Connector 27">
            <a:extLst>
              <a:ext uri="{FF2B5EF4-FFF2-40B4-BE49-F238E27FC236}">
                <a16:creationId xmlns:a16="http://schemas.microsoft.com/office/drawing/2014/main" id="{BC9E91F8-C4AE-4EB0-8B76-FF3F3FC718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4AD45A04-4150-4943-BB06-EEEDDD73B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4EE94F2-B320-36B9-ADAB-3E8DB76AD9CD}"/>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rtl="0">
              <a:lnSpc>
                <a:spcPct val="85000"/>
              </a:lnSpc>
            </a:pPr>
            <a:r>
              <a:rPr lang="en-US" sz="5400" b="1" cap="all">
                <a:solidFill>
                  <a:srgbClr val="FFFFFF"/>
                </a:solidFill>
              </a:rPr>
              <a:t>Result Screen</a:t>
            </a:r>
          </a:p>
        </p:txBody>
      </p:sp>
      <p:pic>
        <p:nvPicPr>
          <p:cNvPr id="4" name="תמונה 2">
            <a:extLst>
              <a:ext uri="{FF2B5EF4-FFF2-40B4-BE49-F238E27FC236}">
                <a16:creationId xmlns:a16="http://schemas.microsoft.com/office/drawing/2014/main" id="{F7C75F22-68EA-215A-4482-D251B286ECA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872064" y="994665"/>
            <a:ext cx="6045576" cy="4866689"/>
          </a:xfrm>
          <a:prstGeom prst="rect">
            <a:avLst/>
          </a:prstGeom>
          <a:noFill/>
        </p:spPr>
      </p:pic>
      <p:sp>
        <p:nvSpPr>
          <p:cNvPr id="3" name="מציין מיקום של מספר שקופית 2">
            <a:extLst>
              <a:ext uri="{FF2B5EF4-FFF2-40B4-BE49-F238E27FC236}">
                <a16:creationId xmlns:a16="http://schemas.microsoft.com/office/drawing/2014/main" id="{843479F5-CA20-E60B-21B2-AFE1B2FEBA73}"/>
              </a:ext>
            </a:extLst>
          </p:cNvPr>
          <p:cNvSpPr>
            <a:spLocks noGrp="1"/>
          </p:cNvSpPr>
          <p:nvPr>
            <p:ph type="sldNum" sz="quarter" idx="12"/>
          </p:nvPr>
        </p:nvSpPr>
        <p:spPr/>
        <p:txBody>
          <a:bodyPr/>
          <a:lstStyle/>
          <a:p>
            <a:fld id="{135B17FB-6829-41EE-A149-E4AC190BB076}" type="slidenum">
              <a:rPr lang="en-IL" smtClean="0"/>
              <a:t>21</a:t>
            </a:fld>
            <a:endParaRPr lang="en-IL"/>
          </a:p>
        </p:txBody>
      </p:sp>
    </p:spTree>
    <p:extLst>
      <p:ext uri="{BB962C8B-B14F-4D97-AF65-F5344CB8AC3E}">
        <p14:creationId xmlns:p14="http://schemas.microsoft.com/office/powerpoint/2010/main" val="1640830204"/>
      </p:ext>
    </p:extLst>
  </p:cSld>
  <p:clrMapOvr>
    <a:masterClrMapping/>
  </p:clrMapOvr>
  <mc:AlternateContent xmlns:mc="http://schemas.openxmlformats.org/markup-compatibility/2006">
    <mc:Choice xmlns:p14="http://schemas.microsoft.com/office/powerpoint/2010/main" Requires="p14">
      <p:transition spd="slow" p14:dur="2000" advTm="1008"/>
    </mc:Choice>
    <mc:Fallback>
      <p:transition spd="slow" advTm="1008"/>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54C89A-2D0B-4062-BF97-CA51B69D7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079"/>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4091C99A-98BE-457D-87BD-7B9B6EDDC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34761"/>
            <a:ext cx="11724640" cy="6377939"/>
          </a:xfrm>
          <a:prstGeom prst="rect">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9" name="Rectangle 8">
            <a:extLst>
              <a:ext uri="{FF2B5EF4-FFF2-40B4-BE49-F238E27FC236}">
                <a16:creationId xmlns:a16="http://schemas.microsoft.com/office/drawing/2014/main" id="{960A769C-8991-4FDE-89A0-A218E5BF67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9642" y="0"/>
            <a:ext cx="462235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CEC5D8-3B45-F3A3-9083-46C9C8B1E0A3}"/>
              </a:ext>
            </a:extLst>
          </p:cNvPr>
          <p:cNvSpPr>
            <a:spLocks noGrp="1"/>
          </p:cNvSpPr>
          <p:nvPr>
            <p:ph type="title"/>
          </p:nvPr>
        </p:nvSpPr>
        <p:spPr>
          <a:xfrm>
            <a:off x="7765367" y="609599"/>
            <a:ext cx="3798560" cy="5403273"/>
          </a:xfrm>
        </p:spPr>
        <p:txBody>
          <a:bodyPr>
            <a:normAutofit/>
          </a:bodyPr>
          <a:lstStyle/>
          <a:p>
            <a:r>
              <a:rPr lang="en-US" sz="6000">
                <a:solidFill>
                  <a:srgbClr val="FFFFFF"/>
                </a:solidFill>
              </a:rPr>
              <a:t>References</a:t>
            </a:r>
            <a:endParaRPr lang="he-IL" sz="6000">
              <a:solidFill>
                <a:srgbClr val="FFFFFF"/>
              </a:solidFill>
            </a:endParaRPr>
          </a:p>
        </p:txBody>
      </p:sp>
      <p:sp>
        <p:nvSpPr>
          <p:cNvPr id="11" name="Rectangle 10">
            <a:extLst>
              <a:ext uri="{FF2B5EF4-FFF2-40B4-BE49-F238E27FC236}">
                <a16:creationId xmlns:a16="http://schemas.microsoft.com/office/drawing/2014/main" id="{855CA58E-F8D8-4DF3-B813-C2585E0AB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5" name="Rectangle 1">
            <a:extLst>
              <a:ext uri="{FF2B5EF4-FFF2-40B4-BE49-F238E27FC236}">
                <a16:creationId xmlns:a16="http://schemas.microsoft.com/office/drawing/2014/main" id="{9B4F6AF0-849E-3969-1B0B-72E776D4F263}"/>
              </a:ext>
            </a:extLst>
          </p:cNvPr>
          <p:cNvSpPr>
            <a:spLocks noChangeArrowheads="1"/>
          </p:cNvSpPr>
          <p:nvPr/>
        </p:nvSpPr>
        <p:spPr bwMode="auto">
          <a:xfrm>
            <a:off x="-4733623" y="-128953"/>
            <a:ext cx="177579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he-IL"/>
          </a:p>
        </p:txBody>
      </p:sp>
      <p:graphicFrame>
        <p:nvGraphicFramePr>
          <p:cNvPr id="4" name="Content Placeholder 3">
            <a:extLst>
              <a:ext uri="{FF2B5EF4-FFF2-40B4-BE49-F238E27FC236}">
                <a16:creationId xmlns:a16="http://schemas.microsoft.com/office/drawing/2014/main" id="{FB952B2C-2F2C-D7BD-089F-6DCBACD0E8B6}"/>
              </a:ext>
            </a:extLst>
          </p:cNvPr>
          <p:cNvGraphicFramePr>
            <a:graphicFrameLocks noGrp="1"/>
          </p:cNvGraphicFramePr>
          <p:nvPr>
            <p:ph idx="1"/>
            <p:extLst>
              <p:ext uri="{D42A27DB-BD31-4B8C-83A1-F6EECF244321}">
                <p14:modId xmlns:p14="http://schemas.microsoft.com/office/powerpoint/2010/main" val="3573788584"/>
              </p:ext>
            </p:extLst>
          </p:nvPr>
        </p:nvGraphicFramePr>
        <p:xfrm>
          <a:off x="862013" y="942721"/>
          <a:ext cx="6054726" cy="5009072"/>
        </p:xfrm>
        <a:graphic>
          <a:graphicData uri="http://schemas.openxmlformats.org/drawingml/2006/table">
            <a:tbl>
              <a:tblPr firstRow="1" firstCol="1" bandRow="1">
                <a:tableStyleId>{5C22544A-7EE6-4342-B048-85BDC9FD1C3A}</a:tableStyleId>
              </a:tblPr>
              <a:tblGrid>
                <a:gridCol w="361840">
                  <a:extLst>
                    <a:ext uri="{9D8B030D-6E8A-4147-A177-3AD203B41FA5}">
                      <a16:colId xmlns:a16="http://schemas.microsoft.com/office/drawing/2014/main" val="778564025"/>
                    </a:ext>
                  </a:extLst>
                </a:gridCol>
                <a:gridCol w="5692886">
                  <a:extLst>
                    <a:ext uri="{9D8B030D-6E8A-4147-A177-3AD203B41FA5}">
                      <a16:colId xmlns:a16="http://schemas.microsoft.com/office/drawing/2014/main" val="2582943216"/>
                    </a:ext>
                  </a:extLst>
                </a:gridCol>
              </a:tblGrid>
              <a:tr h="806752">
                <a:tc>
                  <a:txBody>
                    <a:bodyPr/>
                    <a:lstStyle/>
                    <a:p>
                      <a:pPr marL="0" marR="0" algn="l" rtl="0">
                        <a:lnSpc>
                          <a:spcPct val="150000"/>
                        </a:lnSpc>
                        <a:spcAft>
                          <a:spcPts val="600"/>
                        </a:spcAft>
                      </a:pPr>
                      <a:r>
                        <a:rPr lang="en-US" sz="1000">
                          <a:effectLst/>
                        </a:rPr>
                        <a:t>[1]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A. S. O. V. A. Z. Joon Son Chung, "Lip Reading Sentences in the Wild," in IEEE Conference on Computer Vision and Pattern Recognition, 2017.</a:t>
                      </a:r>
                    </a:p>
                    <a:p>
                      <a:pPr marL="0" marR="0" algn="l" rtl="0">
                        <a:lnSpc>
                          <a:spcPct val="150000"/>
                        </a:lnSpc>
                        <a:spcAft>
                          <a:spcPts val="600"/>
                        </a:spcAft>
                      </a:pPr>
                      <a:r>
                        <a:rPr lang="en-US" sz="1000">
                          <a:effectLst/>
                        </a:rPr>
                        <a:t>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145599918"/>
                  </a:ext>
                </a:extLst>
              </a:tr>
              <a:tr h="493065">
                <a:tc>
                  <a:txBody>
                    <a:bodyPr/>
                    <a:lstStyle/>
                    <a:p>
                      <a:pPr marL="0" marR="0" algn="l" rtl="0">
                        <a:lnSpc>
                          <a:spcPct val="150000"/>
                        </a:lnSpc>
                        <a:spcAft>
                          <a:spcPts val="600"/>
                        </a:spcAft>
                      </a:pPr>
                      <a:r>
                        <a:rPr lang="en-US" sz="1000">
                          <a:effectLst/>
                        </a:rPr>
                        <a:t>[2]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D. C. K. G. P. X. Souheil Fenghour, "Lip Reading Sentences Using Deep Learning With Only Visual Cues," 2020.</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2031567394"/>
                  </a:ext>
                </a:extLst>
              </a:tr>
              <a:tr h="257800">
                <a:tc>
                  <a:txBody>
                    <a:bodyPr/>
                    <a:lstStyle/>
                    <a:p>
                      <a:pPr marL="0" marR="0" algn="l" rtl="0">
                        <a:lnSpc>
                          <a:spcPct val="150000"/>
                        </a:lnSpc>
                        <a:spcAft>
                          <a:spcPts val="600"/>
                        </a:spcAft>
                      </a:pPr>
                      <a:r>
                        <a:rPr lang="en-US" sz="1000">
                          <a:effectLst/>
                        </a:rPr>
                        <a:t>[3]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B. S. S. W. N. d. F. Yannis Assael, "LipNet: Sentence-Level Lipreading," 2016.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2721747919"/>
                  </a:ext>
                </a:extLst>
              </a:tr>
              <a:tr h="493065">
                <a:tc>
                  <a:txBody>
                    <a:bodyPr/>
                    <a:lstStyle/>
                    <a:p>
                      <a:pPr marL="0" marR="0" algn="l" rtl="0">
                        <a:lnSpc>
                          <a:spcPct val="150000"/>
                        </a:lnSpc>
                        <a:spcAft>
                          <a:spcPts val="600"/>
                        </a:spcAft>
                      </a:pPr>
                      <a:r>
                        <a:rPr lang="en-US" sz="1000">
                          <a:effectLst/>
                        </a:rPr>
                        <a:t>[4]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X. Z. S. R. J. S. Kaiming He, "Deep Residual Learning for Image Recognition," in IEEE Conference on Computer Vision and Pattern Recognition (CVPR), 2015.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827850664"/>
                  </a:ext>
                </a:extLst>
              </a:tr>
              <a:tr h="493065">
                <a:tc>
                  <a:txBody>
                    <a:bodyPr/>
                    <a:lstStyle/>
                    <a:p>
                      <a:pPr marL="0" marR="0" algn="l" rtl="0">
                        <a:lnSpc>
                          <a:spcPct val="150000"/>
                        </a:lnSpc>
                        <a:spcAft>
                          <a:spcPts val="600"/>
                        </a:spcAft>
                      </a:pPr>
                      <a:r>
                        <a:rPr lang="en-US" sz="1000">
                          <a:effectLst/>
                        </a:rPr>
                        <a:t>[5]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W. X. M. Y. K. Y. Shuiwang Ji, "3D Convolutional Neural Networks for Human Action Recognition," in 27th International Conference on Machine Learning, 2010.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1940412369"/>
                  </a:ext>
                </a:extLst>
              </a:tr>
              <a:tr h="493065">
                <a:tc>
                  <a:txBody>
                    <a:bodyPr/>
                    <a:lstStyle/>
                    <a:p>
                      <a:pPr marL="0" marR="0" algn="l" rtl="0">
                        <a:lnSpc>
                          <a:spcPct val="150000"/>
                        </a:lnSpc>
                        <a:spcAft>
                          <a:spcPts val="600"/>
                        </a:spcAft>
                      </a:pPr>
                      <a:r>
                        <a:rPr lang="en-US" sz="1000">
                          <a:effectLst/>
                        </a:rPr>
                        <a:t>[6]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D. Y. Soonkyu Lee, "Audio-to-Visual Conversion Using Hidden Markov Models," in PRICAI 2002, LNAI 2417, 2002.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1374323948"/>
                  </a:ext>
                </a:extLst>
              </a:tr>
              <a:tr h="493065">
                <a:tc>
                  <a:txBody>
                    <a:bodyPr/>
                    <a:lstStyle/>
                    <a:p>
                      <a:pPr marL="0" marR="0" algn="l" rtl="0">
                        <a:lnSpc>
                          <a:spcPct val="150000"/>
                        </a:lnSpc>
                        <a:spcAft>
                          <a:spcPts val="600"/>
                        </a:spcAft>
                      </a:pPr>
                      <a:r>
                        <a:rPr lang="en-US" sz="1000">
                          <a:effectLst/>
                        </a:rPr>
                        <a:t>[7]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C. L. L. R. C. H. W. R. Sofia Lemons, " Beam Search: Faster and Monotonic," in 32nd International Conference on Automated Planning and Scheduling (ICAPS), 2022.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857029019"/>
                  </a:ext>
                </a:extLst>
              </a:tr>
              <a:tr h="493065">
                <a:tc>
                  <a:txBody>
                    <a:bodyPr/>
                    <a:lstStyle/>
                    <a:p>
                      <a:pPr marL="0" marR="0" algn="l" rtl="0">
                        <a:lnSpc>
                          <a:spcPct val="150000"/>
                        </a:lnSpc>
                        <a:spcAft>
                          <a:spcPts val="600"/>
                        </a:spcAft>
                      </a:pPr>
                      <a:r>
                        <a:rPr lang="en-US" sz="1000">
                          <a:effectLst/>
                        </a:rPr>
                        <a:t>[8]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T. V. R. C. Clara Meister, "Best-First Beam Search," in Transactions of the Association for Computational Linguistics, 2020.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4120538925"/>
                  </a:ext>
                </a:extLst>
              </a:tr>
              <a:tr h="493065">
                <a:tc>
                  <a:txBody>
                    <a:bodyPr/>
                    <a:lstStyle/>
                    <a:p>
                      <a:pPr marL="0" marR="0" algn="l" rtl="0">
                        <a:lnSpc>
                          <a:spcPct val="150000"/>
                        </a:lnSpc>
                        <a:spcAft>
                          <a:spcPts val="600"/>
                        </a:spcAft>
                      </a:pPr>
                      <a:r>
                        <a:rPr lang="en-US" sz="1000">
                          <a:effectLst/>
                        </a:rPr>
                        <a:t>[9]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K. N. T. S. I. S. Alec Radford, " Improving Language Understanding by Generative Pre-Training," in OpenAI.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962137587"/>
                  </a:ext>
                </a:extLst>
              </a:tr>
              <a:tr h="493065">
                <a:tc>
                  <a:txBody>
                    <a:bodyPr/>
                    <a:lstStyle/>
                    <a:p>
                      <a:pPr marL="0" marR="0" algn="l" rtl="0">
                        <a:lnSpc>
                          <a:spcPct val="150000"/>
                        </a:lnSpc>
                        <a:spcAft>
                          <a:spcPts val="600"/>
                        </a:spcAft>
                      </a:pPr>
                      <a:r>
                        <a:rPr lang="en-US" sz="1000">
                          <a:effectLst/>
                        </a:rPr>
                        <a:t>[10]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D. A. D. E. C. S. S. R. C.-Y. F. A. C. B. Wei Liu, "SSD: Single Shot </a:t>
                      </a:r>
                      <a:r>
                        <a:rPr lang="en-US" sz="1000" err="1">
                          <a:effectLst/>
                        </a:rPr>
                        <a:t>MultiBox</a:t>
                      </a:r>
                      <a:r>
                        <a:rPr lang="en-US" sz="1000">
                          <a:effectLst/>
                        </a:rPr>
                        <a:t> Detector," in Lecture Notes in Computer Science, 2016.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1370147752"/>
                  </a:ext>
                </a:extLst>
              </a:tr>
            </a:tbl>
          </a:graphicData>
        </a:graphic>
      </p:graphicFrame>
      <p:sp>
        <p:nvSpPr>
          <p:cNvPr id="3" name="מציין מיקום של מספר שקופית 2">
            <a:extLst>
              <a:ext uri="{FF2B5EF4-FFF2-40B4-BE49-F238E27FC236}">
                <a16:creationId xmlns:a16="http://schemas.microsoft.com/office/drawing/2014/main" id="{CD5A92F2-F3E7-46FA-2A9A-60CFA4EB6B99}"/>
              </a:ext>
            </a:extLst>
          </p:cNvPr>
          <p:cNvSpPr>
            <a:spLocks noGrp="1"/>
          </p:cNvSpPr>
          <p:nvPr>
            <p:ph type="sldNum" sz="quarter" idx="12"/>
          </p:nvPr>
        </p:nvSpPr>
        <p:spPr/>
        <p:txBody>
          <a:bodyPr/>
          <a:lstStyle/>
          <a:p>
            <a:fld id="{135B17FB-6829-41EE-A149-E4AC190BB076}" type="slidenum">
              <a:rPr lang="en-IL" smtClean="0"/>
              <a:t>22</a:t>
            </a:fld>
            <a:endParaRPr lang="en-IL"/>
          </a:p>
        </p:txBody>
      </p:sp>
    </p:spTree>
    <p:extLst>
      <p:ext uri="{BB962C8B-B14F-4D97-AF65-F5344CB8AC3E}">
        <p14:creationId xmlns:p14="http://schemas.microsoft.com/office/powerpoint/2010/main" val="1387542924"/>
      </p:ext>
    </p:extLst>
  </p:cSld>
  <p:clrMapOvr>
    <a:masterClrMapping/>
  </p:clrMapOvr>
  <mc:AlternateContent xmlns:mc="http://schemas.openxmlformats.org/markup-compatibility/2006">
    <mc:Choice xmlns:p14="http://schemas.microsoft.com/office/powerpoint/2010/main" Requires="p14">
      <p:transition spd="slow" p14:dur="2000" advTm="1001"/>
    </mc:Choice>
    <mc:Fallback>
      <p:transition spd="slow" advTm="1001"/>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09C0BCD-BEE9-423F-A51C-BCCD8E5EA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10" name="Rectangle 9">
            <a:extLst>
              <a:ext uri="{FF2B5EF4-FFF2-40B4-BE49-F238E27FC236}">
                <a16:creationId xmlns:a16="http://schemas.microsoft.com/office/drawing/2014/main" id="{9998D094-42B2-42BA-AA14-E8FBE073A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12" name="Straight Connector 11">
            <a:extLst>
              <a:ext uri="{FF2B5EF4-FFF2-40B4-BE49-F238E27FC236}">
                <a16:creationId xmlns:a16="http://schemas.microsoft.com/office/drawing/2014/main" id="{8465D64B-59F4-4BDC-B833-A17EF1E046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F7726A94-1EF0-4D91-B7BF-C033E3D6E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lumMod val="75000"/>
            </a:scheme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pic>
        <p:nvPicPr>
          <p:cNvPr id="4" name="Picture 3" descr="Close up image of hands applauding">
            <a:extLst>
              <a:ext uri="{FF2B5EF4-FFF2-40B4-BE49-F238E27FC236}">
                <a16:creationId xmlns:a16="http://schemas.microsoft.com/office/drawing/2014/main" id="{827449E3-EC02-F69F-9B87-C21229262778}"/>
              </a:ext>
            </a:extLst>
          </p:cNvPr>
          <p:cNvPicPr>
            <a:picLocks noChangeAspect="1"/>
          </p:cNvPicPr>
          <p:nvPr/>
        </p:nvPicPr>
        <p:blipFill>
          <a:blip r:embed="rId2">
            <a:duotone>
              <a:schemeClr val="accent1">
                <a:shade val="45000"/>
                <a:satMod val="135000"/>
              </a:schemeClr>
              <a:prstClr val="white"/>
            </a:duotone>
            <a:alphaModFix amt="60000"/>
          </a:blip>
          <a:srcRect t="596" b="15134"/>
          <a:stretch/>
        </p:blipFill>
        <p:spPr>
          <a:xfrm>
            <a:off x="20" y="-1"/>
            <a:ext cx="12191980" cy="6858001"/>
          </a:xfrm>
          <a:prstGeom prst="rect">
            <a:avLst/>
          </a:prstGeom>
        </p:spPr>
      </p:pic>
      <p:cxnSp>
        <p:nvCxnSpPr>
          <p:cNvPr id="16" name="Straight Connector 15">
            <a:extLst>
              <a:ext uri="{FF2B5EF4-FFF2-40B4-BE49-F238E27FC236}">
                <a16:creationId xmlns:a16="http://schemas.microsoft.com/office/drawing/2014/main" id="{98F0650C-11DF-45E6-8EC2-E3B298F0D8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4FB4153-1E3E-4AE9-8306-E8C292894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 name="Title 1">
            <a:extLst>
              <a:ext uri="{FF2B5EF4-FFF2-40B4-BE49-F238E27FC236}">
                <a16:creationId xmlns:a16="http://schemas.microsoft.com/office/drawing/2014/main" id="{D2E08AEC-BDB4-0871-D8DA-A6B185B98744}"/>
              </a:ext>
            </a:extLst>
          </p:cNvPr>
          <p:cNvSpPr>
            <a:spLocks noGrp="1"/>
          </p:cNvSpPr>
          <p:nvPr>
            <p:ph type="title"/>
          </p:nvPr>
        </p:nvSpPr>
        <p:spPr>
          <a:xfrm>
            <a:off x="1109980" y="882376"/>
            <a:ext cx="9966960" cy="2926080"/>
          </a:xfrm>
        </p:spPr>
        <p:txBody>
          <a:bodyPr vert="horz" lIns="91440" tIns="45720" rIns="91440" bIns="45720" rtlCol="0" anchor="b">
            <a:normAutofit/>
          </a:bodyPr>
          <a:lstStyle/>
          <a:p>
            <a:pPr algn="ctr" rtl="0">
              <a:lnSpc>
                <a:spcPct val="85000"/>
              </a:lnSpc>
            </a:pPr>
            <a:r>
              <a:rPr lang="en-US" sz="7200" b="1" cap="all">
                <a:solidFill>
                  <a:srgbClr val="FFFFFF"/>
                </a:solidFill>
              </a:rPr>
              <a:t>Thank you for listening</a:t>
            </a:r>
          </a:p>
        </p:txBody>
      </p:sp>
      <p:sp>
        <p:nvSpPr>
          <p:cNvPr id="3" name="מציין מיקום של מספר שקופית 2">
            <a:extLst>
              <a:ext uri="{FF2B5EF4-FFF2-40B4-BE49-F238E27FC236}">
                <a16:creationId xmlns:a16="http://schemas.microsoft.com/office/drawing/2014/main" id="{C97FD898-5972-CFE7-58BC-F53C94AB6899}"/>
              </a:ext>
            </a:extLst>
          </p:cNvPr>
          <p:cNvSpPr>
            <a:spLocks noGrp="1"/>
          </p:cNvSpPr>
          <p:nvPr>
            <p:ph type="sldNum" sz="quarter" idx="12"/>
          </p:nvPr>
        </p:nvSpPr>
        <p:spPr/>
        <p:txBody>
          <a:bodyPr/>
          <a:lstStyle/>
          <a:p>
            <a:fld id="{135B17FB-6829-41EE-A149-E4AC190BB076}" type="slidenum">
              <a:rPr lang="en-IL" smtClean="0"/>
              <a:t>23</a:t>
            </a:fld>
            <a:endParaRPr lang="en-IL"/>
          </a:p>
        </p:txBody>
      </p:sp>
    </p:spTree>
    <p:extLst>
      <p:ext uri="{BB962C8B-B14F-4D97-AF65-F5344CB8AC3E}">
        <p14:creationId xmlns:p14="http://schemas.microsoft.com/office/powerpoint/2010/main" val="110569072"/>
      </p:ext>
    </p:extLst>
  </p:cSld>
  <p:clrMapOvr>
    <a:masterClrMapping/>
  </p:clrMapOvr>
  <mc:AlternateContent xmlns:mc="http://schemas.openxmlformats.org/markup-compatibility/2006">
    <mc:Choice xmlns:p14="http://schemas.microsoft.com/office/powerpoint/2010/main" Requires="p14">
      <p:transition spd="slow" p14:dur="2000" advTm="1953"/>
    </mc:Choice>
    <mc:Fallback>
      <p:transition spd="slow" advTm="19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TM03457444[[fn=Basis]]</Template>
  <TotalTime>0</TotalTime>
  <Words>3068</Words>
  <Application>Microsoft Office PowerPoint</Application>
  <PresentationFormat>Widescreen</PresentationFormat>
  <Paragraphs>376</Paragraphs>
  <Slides>23</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Calibri</vt:lpstr>
      <vt:lpstr>Cambria</vt:lpstr>
      <vt:lpstr>Corbel</vt:lpstr>
      <vt:lpstr>Wingdings</vt:lpstr>
      <vt:lpstr>Basis</vt:lpstr>
      <vt:lpstr>Viso Speak  </vt:lpstr>
      <vt:lpstr>The Idea Behind VisoSpeak  </vt:lpstr>
      <vt:lpstr>Exploring Existing Projects </vt:lpstr>
      <vt:lpstr>The Project We Chose</vt:lpstr>
      <vt:lpstr>Limitations of the Previous Approach</vt:lpstr>
      <vt:lpstr>How We Improved the Approach</vt:lpstr>
      <vt:lpstr>Full Process Flow Overview Video Upload</vt:lpstr>
      <vt:lpstr>Full Process Flow Overview Face Detection</vt:lpstr>
      <vt:lpstr>Full Process Flow Overview Lip Detection</vt:lpstr>
      <vt:lpstr>Full Process Flow Overview Preprocessing Frames</vt:lpstr>
      <vt:lpstr>Full Process Flow Overview Feature Extraction</vt:lpstr>
      <vt:lpstr>Full Process Flow Overview Viseme Classification</vt:lpstr>
      <vt:lpstr>Full Process Flow Overview Sentence Reconstruction</vt:lpstr>
      <vt:lpstr>Full Process Flow Overview Preprocessing Frames</vt:lpstr>
      <vt:lpstr>Pseudo Code</vt:lpstr>
      <vt:lpstr>PowerPoint Presentation</vt:lpstr>
      <vt:lpstr>Summary</vt:lpstr>
      <vt:lpstr>Use Case Diagram</vt:lpstr>
      <vt:lpstr>Home Screen</vt:lpstr>
      <vt:lpstr>About Screen</vt:lpstr>
      <vt:lpstr>Result Screen</vt:lpstr>
      <vt:lpstr>References</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מוראד עסאקלה</dc:creator>
  <cp:lastModifiedBy>מגד סלאמה</cp:lastModifiedBy>
  <cp:revision>1</cp:revision>
  <dcterms:created xsi:type="dcterms:W3CDTF">2025-02-02T13:55:50Z</dcterms:created>
  <dcterms:modified xsi:type="dcterms:W3CDTF">2025-02-03T23:38:57Z</dcterms:modified>
</cp:coreProperties>
</file>